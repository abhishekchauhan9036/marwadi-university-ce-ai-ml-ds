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jpg" ContentType="image/jp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</p:sldIdLst>
  <p:sldSz cx="12192000" cy="6858000"/>
  <p:notesSz cx="12192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1" i="0">
                <a:solidFill>
                  <a:srgbClr val="0070C0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8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00" b="1" i="0">
                <a:solidFill>
                  <a:srgbClr val="0070C0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8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680249" y="1957997"/>
            <a:ext cx="2769235" cy="34391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0" i="0">
                <a:solidFill>
                  <a:srgbClr val="0070C0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8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jpg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12192000" cy="6851925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80279" y="1111951"/>
            <a:ext cx="5391818" cy="5531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80249" y="1819820"/>
            <a:ext cx="10561955" cy="33172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1" i="0">
                <a:solidFill>
                  <a:srgbClr val="0070C0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Relationship Id="rId3" Type="http://schemas.openxmlformats.org/officeDocument/2006/relationships/image" Target="../media/image3.jpg"/><Relationship Id="rId4" Type="http://schemas.openxmlformats.org/officeDocument/2006/relationships/image" Target="../media/image4.jp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jp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.jp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1895" y="3009494"/>
            <a:ext cx="627574" cy="687015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39250" y="3210128"/>
            <a:ext cx="810362" cy="674856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24109" y="1538185"/>
            <a:ext cx="3936047" cy="3647872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1841394" y="2752589"/>
            <a:ext cx="2479040" cy="69469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4350" spc="480">
                <a:solidFill>
                  <a:srgbClr val="A3896E"/>
                </a:solidFill>
                <a:latin typeface="Calibri"/>
                <a:cs typeface="Calibri"/>
              </a:rPr>
              <a:t>Marwaói</a:t>
            </a:r>
            <a:endParaRPr sz="4350">
              <a:latin typeface="Calibri"/>
              <a:cs typeface="Calibri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4641598" y="2542837"/>
            <a:ext cx="579755" cy="694690"/>
          </a:xfrm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4350" spc="-620" b="0">
                <a:latin typeface="Calibri"/>
                <a:cs typeface="Calibri"/>
              </a:rPr>
              <a:t>a+c</a:t>
            </a:r>
            <a:endParaRPr sz="4350">
              <a:latin typeface="Calibri"/>
              <a:cs typeface="Calibri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1853229" y="3253413"/>
            <a:ext cx="2458720" cy="67500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ts val="3130"/>
              </a:lnSpc>
              <a:spcBef>
                <a:spcPts val="90"/>
              </a:spcBef>
            </a:pPr>
            <a:r>
              <a:rPr dirty="0" sz="2750" spc="70">
                <a:solidFill>
                  <a:srgbClr val="A38A6D"/>
                </a:solidFill>
                <a:latin typeface="Calibri"/>
                <a:cs typeface="Calibri"/>
              </a:rPr>
              <a:t>U</a:t>
            </a:r>
            <a:r>
              <a:rPr dirty="0" sz="2750" spc="200">
                <a:solidFill>
                  <a:srgbClr val="A38A6D"/>
                </a:solidFill>
                <a:latin typeface="Calibri"/>
                <a:cs typeface="Calibri"/>
              </a:rPr>
              <a:t> </a:t>
            </a:r>
            <a:r>
              <a:rPr dirty="0" sz="2750" spc="114">
                <a:solidFill>
                  <a:srgbClr val="A8896E"/>
                </a:solidFill>
                <a:latin typeface="Calibri"/>
                <a:cs typeface="Calibri"/>
              </a:rPr>
              <a:t>n</a:t>
            </a:r>
            <a:r>
              <a:rPr dirty="0" sz="2750" spc="190">
                <a:solidFill>
                  <a:srgbClr val="A8896E"/>
                </a:solidFill>
                <a:latin typeface="Calibri"/>
                <a:cs typeface="Calibri"/>
              </a:rPr>
              <a:t> </a:t>
            </a:r>
            <a:r>
              <a:rPr dirty="0" sz="2750" spc="60">
                <a:solidFill>
                  <a:srgbClr val="A58E6E"/>
                </a:solidFill>
                <a:latin typeface="Calibri"/>
                <a:cs typeface="Calibri"/>
              </a:rPr>
              <a:t>i</a:t>
            </a:r>
            <a:r>
              <a:rPr dirty="0" sz="2750" spc="265">
                <a:solidFill>
                  <a:srgbClr val="A58E6E"/>
                </a:solidFill>
                <a:latin typeface="Calibri"/>
                <a:cs typeface="Calibri"/>
              </a:rPr>
              <a:t> </a:t>
            </a:r>
            <a:r>
              <a:rPr dirty="0" sz="2750">
                <a:solidFill>
                  <a:srgbClr val="9E876D"/>
                </a:solidFill>
                <a:latin typeface="Calibri"/>
                <a:cs typeface="Calibri"/>
              </a:rPr>
              <a:t>v</a:t>
            </a:r>
            <a:r>
              <a:rPr dirty="0" sz="2750" spc="50">
                <a:solidFill>
                  <a:srgbClr val="9E876D"/>
                </a:solidFill>
                <a:latin typeface="Calibri"/>
                <a:cs typeface="Calibri"/>
              </a:rPr>
              <a:t> </a:t>
            </a:r>
            <a:r>
              <a:rPr dirty="0" sz="2750">
                <a:solidFill>
                  <a:srgbClr val="A5896B"/>
                </a:solidFill>
                <a:latin typeface="Calibri"/>
                <a:cs typeface="Calibri"/>
              </a:rPr>
              <a:t>e</a:t>
            </a:r>
            <a:r>
              <a:rPr dirty="0" sz="2750" spc="185">
                <a:solidFill>
                  <a:srgbClr val="A5896B"/>
                </a:solidFill>
                <a:latin typeface="Calibri"/>
                <a:cs typeface="Calibri"/>
              </a:rPr>
              <a:t> </a:t>
            </a:r>
            <a:r>
              <a:rPr dirty="0" sz="2750" spc="55">
                <a:solidFill>
                  <a:srgbClr val="A8896E"/>
                </a:solidFill>
                <a:latin typeface="Calibri"/>
                <a:cs typeface="Calibri"/>
              </a:rPr>
              <a:t>r</a:t>
            </a:r>
            <a:r>
              <a:rPr dirty="0" sz="2750" spc="85">
                <a:solidFill>
                  <a:srgbClr val="A8896E"/>
                </a:solidFill>
                <a:latin typeface="Calibri"/>
                <a:cs typeface="Calibri"/>
              </a:rPr>
              <a:t> </a:t>
            </a:r>
            <a:r>
              <a:rPr dirty="0" sz="2750" spc="50">
                <a:solidFill>
                  <a:srgbClr val="A39070"/>
                </a:solidFill>
                <a:latin typeface="Calibri"/>
                <a:cs typeface="Calibri"/>
              </a:rPr>
              <a:t>s</a:t>
            </a:r>
            <a:r>
              <a:rPr dirty="0" sz="2750" spc="100">
                <a:solidFill>
                  <a:srgbClr val="A39070"/>
                </a:solidFill>
                <a:latin typeface="Calibri"/>
                <a:cs typeface="Calibri"/>
              </a:rPr>
              <a:t> </a:t>
            </a:r>
            <a:r>
              <a:rPr dirty="0" sz="2750">
                <a:solidFill>
                  <a:srgbClr val="A78E75"/>
                </a:solidFill>
                <a:latin typeface="Calibri"/>
                <a:cs typeface="Calibri"/>
              </a:rPr>
              <a:t>i</a:t>
            </a:r>
            <a:r>
              <a:rPr dirty="0" sz="2750" spc="350">
                <a:solidFill>
                  <a:srgbClr val="A78E75"/>
                </a:solidFill>
                <a:latin typeface="Calibri"/>
                <a:cs typeface="Calibri"/>
              </a:rPr>
              <a:t> </a:t>
            </a:r>
            <a:r>
              <a:rPr dirty="0" sz="2750">
                <a:solidFill>
                  <a:srgbClr val="A58C6E"/>
                </a:solidFill>
                <a:latin typeface="Calibri"/>
                <a:cs typeface="Calibri"/>
              </a:rPr>
              <a:t>t</a:t>
            </a:r>
            <a:r>
              <a:rPr dirty="0" sz="2750" spc="290">
                <a:solidFill>
                  <a:srgbClr val="A58C6E"/>
                </a:solidFill>
                <a:latin typeface="Calibri"/>
                <a:cs typeface="Calibri"/>
              </a:rPr>
              <a:t> </a:t>
            </a:r>
            <a:r>
              <a:rPr dirty="0" sz="2750" spc="-50">
                <a:solidFill>
                  <a:srgbClr val="99805E"/>
                </a:solidFill>
                <a:latin typeface="Calibri"/>
                <a:cs typeface="Calibri"/>
              </a:rPr>
              <a:t>y</a:t>
            </a:r>
            <a:endParaRPr sz="2750">
              <a:latin typeface="Calibri"/>
              <a:cs typeface="Calibri"/>
            </a:endParaRPr>
          </a:p>
          <a:p>
            <a:pPr marL="15875">
              <a:lnSpc>
                <a:spcPts val="1989"/>
              </a:lnSpc>
            </a:pPr>
            <a:r>
              <a:rPr dirty="0" sz="1800" spc="-125">
                <a:latin typeface="Calibri"/>
                <a:cs typeface="Calibri"/>
              </a:rPr>
              <a:t>Marwadi</a:t>
            </a:r>
            <a:r>
              <a:rPr dirty="0" sz="1800" spc="30">
                <a:latin typeface="Calibri"/>
                <a:cs typeface="Calibri"/>
              </a:rPr>
              <a:t> </a:t>
            </a:r>
            <a:r>
              <a:rPr dirty="0" sz="1800" spc="-60">
                <a:latin typeface="Calibri"/>
                <a:cs typeface="Calibri"/>
              </a:rPr>
              <a:t>Chandarana</a:t>
            </a:r>
            <a:r>
              <a:rPr dirty="0" sz="1800" spc="40">
                <a:latin typeface="Calibri"/>
                <a:cs typeface="Calibri"/>
              </a:rPr>
              <a:t> </a:t>
            </a:r>
            <a:r>
              <a:rPr dirty="0" sz="1800" spc="-55">
                <a:latin typeface="Calibri"/>
                <a:cs typeface="Calibri"/>
              </a:rPr>
              <a:t>Group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83277" rIns="0" bIns="0" rtlCol="0" vert="horz">
            <a:spAutoFit/>
          </a:bodyPr>
          <a:lstStyle/>
          <a:p>
            <a:pPr marL="149225">
              <a:lnSpc>
                <a:spcPct val="100000"/>
              </a:lnSpc>
              <a:spcBef>
                <a:spcPts val="100"/>
              </a:spcBef>
            </a:pPr>
            <a:r>
              <a:rPr dirty="0" sz="3000" spc="-60">
                <a:latin typeface="Trebuchet MS"/>
                <a:cs typeface="Trebuchet MS"/>
              </a:rPr>
              <a:t>Outline</a:t>
            </a:r>
            <a:endParaRPr sz="3000">
              <a:latin typeface="Trebuchet MS"/>
              <a:cs typeface="Trebuchet MS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680249" y="1949868"/>
            <a:ext cx="4003675" cy="2951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702945">
              <a:lnSpc>
                <a:spcPct val="100000"/>
              </a:lnSpc>
              <a:spcBef>
                <a:spcPts val="100"/>
              </a:spcBef>
            </a:pPr>
            <a:r>
              <a:rPr dirty="0" sz="3200">
                <a:latin typeface="Trebuchet MS"/>
                <a:cs typeface="Trebuchet MS"/>
              </a:rPr>
              <a:t>Output</a:t>
            </a:r>
            <a:r>
              <a:rPr dirty="0" sz="3200" spc="-114">
                <a:latin typeface="Trebuchet MS"/>
                <a:cs typeface="Trebuchet MS"/>
              </a:rPr>
              <a:t> </a:t>
            </a:r>
            <a:r>
              <a:rPr dirty="0" sz="3200">
                <a:latin typeface="Trebuchet MS"/>
                <a:cs typeface="Trebuchet MS"/>
              </a:rPr>
              <a:t>using</a:t>
            </a:r>
            <a:r>
              <a:rPr dirty="0" sz="3200" spc="-114">
                <a:latin typeface="Trebuchet MS"/>
                <a:cs typeface="Trebuchet MS"/>
              </a:rPr>
              <a:t> </a:t>
            </a:r>
            <a:r>
              <a:rPr dirty="0" sz="3200" spc="-20">
                <a:latin typeface="Trebuchet MS"/>
                <a:cs typeface="Trebuchet MS"/>
              </a:rPr>
              <a:t>Cout </a:t>
            </a:r>
            <a:r>
              <a:rPr dirty="0" sz="3200">
                <a:latin typeface="Trebuchet MS"/>
                <a:cs typeface="Trebuchet MS"/>
              </a:rPr>
              <a:t>Input</a:t>
            </a:r>
            <a:r>
              <a:rPr dirty="0" sz="3200" spc="-100">
                <a:latin typeface="Trebuchet MS"/>
                <a:cs typeface="Trebuchet MS"/>
              </a:rPr>
              <a:t> </a:t>
            </a:r>
            <a:r>
              <a:rPr dirty="0" sz="3200">
                <a:latin typeface="Trebuchet MS"/>
                <a:cs typeface="Trebuchet MS"/>
              </a:rPr>
              <a:t>using</a:t>
            </a:r>
            <a:r>
              <a:rPr dirty="0" sz="3200" spc="-100">
                <a:latin typeface="Trebuchet MS"/>
                <a:cs typeface="Trebuchet MS"/>
              </a:rPr>
              <a:t> </a:t>
            </a:r>
            <a:r>
              <a:rPr dirty="0" sz="3200" spc="-25">
                <a:latin typeface="Trebuchet MS"/>
                <a:cs typeface="Trebuchet MS"/>
              </a:rPr>
              <a:t>Cin </a:t>
            </a:r>
            <a:r>
              <a:rPr dirty="0" sz="3200" spc="-10">
                <a:latin typeface="Trebuchet MS"/>
                <a:cs typeface="Trebuchet MS"/>
              </a:rPr>
              <a:t>Directives</a:t>
            </a:r>
            <a:endParaRPr sz="32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dirty="0" sz="3200" spc="-70">
                <a:latin typeface="Trebuchet MS"/>
                <a:cs typeface="Trebuchet MS"/>
              </a:rPr>
              <a:t>Type</a:t>
            </a:r>
            <a:r>
              <a:rPr dirty="0" sz="3200" spc="-160">
                <a:latin typeface="Trebuchet MS"/>
                <a:cs typeface="Trebuchet MS"/>
              </a:rPr>
              <a:t> </a:t>
            </a:r>
            <a:r>
              <a:rPr dirty="0" sz="3200" spc="-20">
                <a:latin typeface="Trebuchet MS"/>
                <a:cs typeface="Trebuchet MS"/>
              </a:rPr>
              <a:t>bool</a:t>
            </a:r>
            <a:endParaRPr sz="3200">
              <a:latin typeface="Trebuchet MS"/>
              <a:cs typeface="Trebuchet MS"/>
            </a:endParaRPr>
          </a:p>
          <a:p>
            <a:pPr marL="12700" marR="5080">
              <a:lnSpc>
                <a:spcPct val="100000"/>
              </a:lnSpc>
            </a:pPr>
            <a:r>
              <a:rPr dirty="0" sz="3200">
                <a:latin typeface="Trebuchet MS"/>
                <a:cs typeface="Trebuchet MS"/>
              </a:rPr>
              <a:t>The</a:t>
            </a:r>
            <a:r>
              <a:rPr dirty="0" sz="3200" spc="-80">
                <a:latin typeface="Trebuchet MS"/>
                <a:cs typeface="Trebuchet MS"/>
              </a:rPr>
              <a:t> </a:t>
            </a:r>
            <a:r>
              <a:rPr dirty="0" sz="3200">
                <a:latin typeface="Trebuchet MS"/>
                <a:cs typeface="Trebuchet MS"/>
              </a:rPr>
              <a:t>setw</a:t>
            </a:r>
            <a:r>
              <a:rPr dirty="0" sz="3200" spc="-80">
                <a:latin typeface="Trebuchet MS"/>
                <a:cs typeface="Trebuchet MS"/>
              </a:rPr>
              <a:t> </a:t>
            </a:r>
            <a:r>
              <a:rPr dirty="0" sz="3200" spc="-10">
                <a:latin typeface="Trebuchet MS"/>
                <a:cs typeface="Trebuchet MS"/>
              </a:rPr>
              <a:t>manipulator </a:t>
            </a:r>
            <a:r>
              <a:rPr dirty="0" sz="3200" spc="-70">
                <a:latin typeface="Trebuchet MS"/>
                <a:cs typeface="Trebuchet MS"/>
              </a:rPr>
              <a:t>Type</a:t>
            </a:r>
            <a:r>
              <a:rPr dirty="0" sz="3200" spc="-160">
                <a:latin typeface="Trebuchet MS"/>
                <a:cs typeface="Trebuchet MS"/>
              </a:rPr>
              <a:t> </a:t>
            </a:r>
            <a:r>
              <a:rPr dirty="0" sz="3200" spc="-10">
                <a:latin typeface="Trebuchet MS"/>
                <a:cs typeface="Trebuchet MS"/>
              </a:rPr>
              <a:t>conversion</a:t>
            </a:r>
            <a:endParaRPr sz="32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19380">
              <a:lnSpc>
                <a:spcPct val="100000"/>
              </a:lnSpc>
              <a:spcBef>
                <a:spcPts val="100"/>
              </a:spcBef>
            </a:pPr>
            <a:r>
              <a:rPr dirty="0" sz="2800">
                <a:latin typeface="Trebuchet MS"/>
                <a:cs typeface="Trebuchet MS"/>
              </a:rPr>
              <a:t>C++</a:t>
            </a:r>
            <a:r>
              <a:rPr dirty="0" sz="2800" spc="-15">
                <a:latin typeface="Trebuchet MS"/>
                <a:cs typeface="Trebuchet MS"/>
              </a:rPr>
              <a:t> </a:t>
            </a:r>
            <a:r>
              <a:rPr dirty="0" sz="2800" spc="-10">
                <a:latin typeface="Trebuchet MS"/>
                <a:cs typeface="Trebuchet MS"/>
              </a:rPr>
              <a:t>iostream</a:t>
            </a:r>
            <a:endParaRPr sz="2800">
              <a:latin typeface="Trebuchet MS"/>
              <a:cs typeface="Trebuchet MS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476573" y="2078901"/>
            <a:ext cx="11245215" cy="3286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578485" indent="-489584">
              <a:lnSpc>
                <a:spcPct val="100000"/>
              </a:lnSpc>
              <a:spcBef>
                <a:spcPts val="100"/>
              </a:spcBef>
              <a:buSzPct val="94444"/>
              <a:buChar char="•"/>
              <a:tabLst>
                <a:tab pos="578485" algn="l"/>
              </a:tabLst>
            </a:pPr>
            <a:r>
              <a:rPr dirty="0" sz="1800">
                <a:latin typeface="Trebuchet MS"/>
                <a:cs typeface="Trebuchet MS"/>
              </a:rPr>
              <a:t>iostream</a:t>
            </a:r>
            <a:r>
              <a:rPr dirty="0" sz="1800" spc="33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stands</a:t>
            </a:r>
            <a:r>
              <a:rPr dirty="0" sz="1800" spc="33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for</a:t>
            </a:r>
            <a:r>
              <a:rPr dirty="0" sz="1800" spc="-25">
                <a:latin typeface="Trebuchet MS"/>
                <a:cs typeface="Trebuchet MS"/>
              </a:rPr>
              <a:t> </a:t>
            </a:r>
            <a:r>
              <a:rPr dirty="0" sz="1800" b="1">
                <a:solidFill>
                  <a:srgbClr val="FF0000"/>
                </a:solidFill>
                <a:latin typeface="Trebuchet MS"/>
                <a:cs typeface="Trebuchet MS"/>
              </a:rPr>
              <a:t>standard</a:t>
            </a:r>
            <a:r>
              <a:rPr dirty="0" sz="1800" spc="335" b="1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dirty="0" sz="1800" spc="-10" b="1">
                <a:solidFill>
                  <a:srgbClr val="FF0000"/>
                </a:solidFill>
                <a:latin typeface="Trebuchet MS"/>
                <a:cs typeface="Trebuchet MS"/>
              </a:rPr>
              <a:t>input-</a:t>
            </a:r>
            <a:r>
              <a:rPr dirty="0" sz="1800" b="1">
                <a:solidFill>
                  <a:srgbClr val="FF0000"/>
                </a:solidFill>
                <a:latin typeface="Trebuchet MS"/>
                <a:cs typeface="Trebuchet MS"/>
              </a:rPr>
              <a:t>output</a:t>
            </a:r>
            <a:r>
              <a:rPr dirty="0" sz="1800" spc="335" b="1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dirty="0" sz="1800" b="1">
                <a:solidFill>
                  <a:srgbClr val="FF0000"/>
                </a:solidFill>
                <a:latin typeface="Trebuchet MS"/>
                <a:cs typeface="Trebuchet MS"/>
              </a:rPr>
              <a:t>stream</a:t>
            </a:r>
            <a:r>
              <a:rPr dirty="0" sz="1800">
                <a:latin typeface="Trebuchet MS"/>
                <a:cs typeface="Trebuchet MS"/>
              </a:rPr>
              <a:t>.</a:t>
            </a:r>
            <a:r>
              <a:rPr dirty="0" sz="1800" spc="-4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#include</a:t>
            </a:r>
            <a:r>
              <a:rPr dirty="0" sz="1800" spc="33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iostream</a:t>
            </a:r>
            <a:r>
              <a:rPr dirty="0" sz="1800" spc="-4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declares</a:t>
            </a:r>
            <a:r>
              <a:rPr dirty="0" sz="1800" spc="33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objects</a:t>
            </a:r>
            <a:r>
              <a:rPr dirty="0" sz="1800" spc="33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that</a:t>
            </a:r>
            <a:r>
              <a:rPr dirty="0" sz="1800" spc="335">
                <a:latin typeface="Trebuchet MS"/>
                <a:cs typeface="Trebuchet MS"/>
              </a:rPr>
              <a:t> </a:t>
            </a:r>
            <a:r>
              <a:rPr dirty="0" sz="1800" spc="-10">
                <a:latin typeface="Trebuchet MS"/>
                <a:cs typeface="Trebuchet MS"/>
              </a:rPr>
              <a:t>control</a:t>
            </a:r>
            <a:endParaRPr sz="1800">
              <a:latin typeface="Trebuchet MS"/>
              <a:cs typeface="Trebuchet MS"/>
            </a:endParaRPr>
          </a:p>
          <a:p>
            <a:pPr marL="430530">
              <a:lnSpc>
                <a:spcPct val="100000"/>
              </a:lnSpc>
              <a:spcBef>
                <a:spcPts val="1920"/>
              </a:spcBef>
            </a:pPr>
            <a:r>
              <a:rPr dirty="0" sz="1800">
                <a:solidFill>
                  <a:srgbClr val="FF0000"/>
                </a:solidFill>
                <a:latin typeface="Trebuchet MS"/>
                <a:cs typeface="Trebuchet MS"/>
              </a:rPr>
              <a:t>reading</a:t>
            </a:r>
            <a:r>
              <a:rPr dirty="0" sz="1800" spc="-55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FF0000"/>
                </a:solidFill>
                <a:latin typeface="Trebuchet MS"/>
                <a:cs typeface="Trebuchet MS"/>
              </a:rPr>
              <a:t>from</a:t>
            </a:r>
            <a:r>
              <a:rPr dirty="0" sz="1800" spc="-5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FF0000"/>
                </a:solidFill>
                <a:latin typeface="Trebuchet MS"/>
                <a:cs typeface="Trebuchet MS"/>
              </a:rPr>
              <a:t>and</a:t>
            </a:r>
            <a:r>
              <a:rPr dirty="0" sz="1800" spc="-5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FF0000"/>
                </a:solidFill>
                <a:latin typeface="Trebuchet MS"/>
                <a:cs typeface="Trebuchet MS"/>
              </a:rPr>
              <a:t>writing</a:t>
            </a:r>
            <a:r>
              <a:rPr dirty="0" sz="1800" spc="-2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to</a:t>
            </a:r>
            <a:r>
              <a:rPr dirty="0" sz="1800" spc="-5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the</a:t>
            </a:r>
            <a:r>
              <a:rPr dirty="0" sz="1800" spc="-5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standard</a:t>
            </a:r>
            <a:r>
              <a:rPr dirty="0" sz="1800" spc="-50">
                <a:latin typeface="Trebuchet MS"/>
                <a:cs typeface="Trebuchet MS"/>
              </a:rPr>
              <a:t> </a:t>
            </a:r>
            <a:r>
              <a:rPr dirty="0" sz="1800" spc="-10">
                <a:latin typeface="Trebuchet MS"/>
                <a:cs typeface="Trebuchet MS"/>
              </a:rPr>
              <a:t>streams.</a:t>
            </a:r>
            <a:endParaRPr sz="1800">
              <a:latin typeface="Trebuchet MS"/>
              <a:cs typeface="Trebuchet MS"/>
            </a:endParaRPr>
          </a:p>
          <a:p>
            <a:pPr marL="259079" marR="9525" indent="-247015">
              <a:lnSpc>
                <a:spcPct val="150000"/>
              </a:lnSpc>
              <a:buChar char="•"/>
              <a:tabLst>
                <a:tab pos="259079" algn="l"/>
                <a:tab pos="363855" algn="l"/>
                <a:tab pos="692785" algn="l"/>
                <a:tab pos="1384300" algn="l"/>
                <a:tab pos="2210435" algn="l"/>
                <a:tab pos="2693670" algn="l"/>
                <a:tab pos="3728085" algn="l"/>
                <a:tab pos="4540250" algn="l"/>
                <a:tab pos="4838065" algn="l"/>
                <a:tab pos="5223510" algn="l"/>
                <a:tab pos="6978650" algn="l"/>
                <a:tab pos="7789545" algn="l"/>
                <a:tab pos="8355965" algn="l"/>
                <a:tab pos="9360535" algn="l"/>
                <a:tab pos="10033635" algn="l"/>
                <a:tab pos="10546080" algn="l"/>
              </a:tabLst>
            </a:pPr>
            <a:r>
              <a:rPr dirty="0" sz="1700">
                <a:latin typeface="Arial MT"/>
                <a:cs typeface="Arial MT"/>
              </a:rPr>
              <a:t>	</a:t>
            </a:r>
            <a:r>
              <a:rPr dirty="0" sz="1800" spc="-25">
                <a:latin typeface="Trebuchet MS"/>
                <a:cs typeface="Trebuchet MS"/>
              </a:rPr>
              <a:t>In</a:t>
            </a:r>
            <a:r>
              <a:rPr dirty="0" sz="1800">
                <a:latin typeface="Trebuchet MS"/>
                <a:cs typeface="Trebuchet MS"/>
              </a:rPr>
              <a:t>	</a:t>
            </a:r>
            <a:r>
              <a:rPr dirty="0" sz="1800" spc="-10">
                <a:latin typeface="Trebuchet MS"/>
                <a:cs typeface="Trebuchet MS"/>
              </a:rPr>
              <a:t>other</a:t>
            </a:r>
            <a:r>
              <a:rPr dirty="0" sz="1800">
                <a:latin typeface="Trebuchet MS"/>
                <a:cs typeface="Trebuchet MS"/>
              </a:rPr>
              <a:t>	</a:t>
            </a:r>
            <a:r>
              <a:rPr dirty="0" sz="1800" spc="-10">
                <a:latin typeface="Trebuchet MS"/>
                <a:cs typeface="Trebuchet MS"/>
              </a:rPr>
              <a:t>words,</a:t>
            </a:r>
            <a:r>
              <a:rPr dirty="0" sz="1800">
                <a:latin typeface="Trebuchet MS"/>
                <a:cs typeface="Trebuchet MS"/>
              </a:rPr>
              <a:t>	</a:t>
            </a:r>
            <a:r>
              <a:rPr dirty="0" sz="1800" spc="-25">
                <a:latin typeface="Trebuchet MS"/>
                <a:cs typeface="Trebuchet MS"/>
              </a:rPr>
              <a:t>the</a:t>
            </a:r>
            <a:r>
              <a:rPr dirty="0" sz="1800">
                <a:latin typeface="Trebuchet MS"/>
                <a:cs typeface="Trebuchet MS"/>
              </a:rPr>
              <a:t>	</a:t>
            </a:r>
            <a:r>
              <a:rPr dirty="0" sz="1800" spc="-10">
                <a:solidFill>
                  <a:srgbClr val="FF0000"/>
                </a:solidFill>
                <a:latin typeface="Trebuchet MS"/>
                <a:cs typeface="Trebuchet MS"/>
              </a:rPr>
              <a:t>iostream</a:t>
            </a:r>
            <a:r>
              <a:rPr dirty="0" sz="1800">
                <a:solidFill>
                  <a:srgbClr val="FF0000"/>
                </a:solidFill>
                <a:latin typeface="Trebuchet MS"/>
                <a:cs typeface="Trebuchet MS"/>
              </a:rPr>
              <a:t>	</a:t>
            </a:r>
            <a:r>
              <a:rPr dirty="0" sz="1800" spc="-10">
                <a:solidFill>
                  <a:srgbClr val="FF0000"/>
                </a:solidFill>
                <a:latin typeface="Trebuchet MS"/>
                <a:cs typeface="Trebuchet MS"/>
              </a:rPr>
              <a:t>library</a:t>
            </a:r>
            <a:r>
              <a:rPr dirty="0" sz="1800">
                <a:solidFill>
                  <a:srgbClr val="FF0000"/>
                </a:solidFill>
                <a:latin typeface="Trebuchet MS"/>
                <a:cs typeface="Trebuchet MS"/>
              </a:rPr>
              <a:t>	</a:t>
            </a:r>
            <a:r>
              <a:rPr dirty="0" sz="1800" spc="-25">
                <a:latin typeface="Trebuchet MS"/>
                <a:cs typeface="Trebuchet MS"/>
              </a:rPr>
              <a:t>is</a:t>
            </a:r>
            <a:r>
              <a:rPr dirty="0" sz="1800">
                <a:latin typeface="Trebuchet MS"/>
                <a:cs typeface="Trebuchet MS"/>
              </a:rPr>
              <a:t>	</a:t>
            </a:r>
            <a:r>
              <a:rPr dirty="0" sz="1800" spc="-25">
                <a:latin typeface="Trebuchet MS"/>
                <a:cs typeface="Trebuchet MS"/>
              </a:rPr>
              <a:t>an</a:t>
            </a:r>
            <a:r>
              <a:rPr dirty="0" sz="1800">
                <a:latin typeface="Trebuchet MS"/>
                <a:cs typeface="Trebuchet MS"/>
              </a:rPr>
              <a:t>	</a:t>
            </a:r>
            <a:r>
              <a:rPr dirty="0" sz="1800" spc="-20">
                <a:latin typeface="Trebuchet MS"/>
                <a:cs typeface="Trebuchet MS"/>
              </a:rPr>
              <a:t>object-</a:t>
            </a:r>
            <a:r>
              <a:rPr dirty="0" sz="1800" spc="-10">
                <a:latin typeface="Trebuchet MS"/>
                <a:cs typeface="Trebuchet MS"/>
              </a:rPr>
              <a:t>oriented</a:t>
            </a:r>
            <a:r>
              <a:rPr dirty="0" sz="1800">
                <a:latin typeface="Trebuchet MS"/>
                <a:cs typeface="Trebuchet MS"/>
              </a:rPr>
              <a:t>	</a:t>
            </a:r>
            <a:r>
              <a:rPr dirty="0" sz="1800" spc="-10">
                <a:latin typeface="Trebuchet MS"/>
                <a:cs typeface="Trebuchet MS"/>
              </a:rPr>
              <a:t>library</a:t>
            </a:r>
            <a:r>
              <a:rPr dirty="0" sz="1800">
                <a:latin typeface="Trebuchet MS"/>
                <a:cs typeface="Trebuchet MS"/>
              </a:rPr>
              <a:t>	</a:t>
            </a:r>
            <a:r>
              <a:rPr dirty="0" sz="1800" spc="-20">
                <a:latin typeface="Trebuchet MS"/>
                <a:cs typeface="Trebuchet MS"/>
              </a:rPr>
              <a:t>that</a:t>
            </a:r>
            <a:r>
              <a:rPr dirty="0" sz="1800">
                <a:latin typeface="Trebuchet MS"/>
                <a:cs typeface="Trebuchet MS"/>
              </a:rPr>
              <a:t>	</a:t>
            </a:r>
            <a:r>
              <a:rPr dirty="0" sz="1800" spc="-10">
                <a:latin typeface="Trebuchet MS"/>
                <a:cs typeface="Trebuchet MS"/>
              </a:rPr>
              <a:t>provides</a:t>
            </a:r>
            <a:r>
              <a:rPr dirty="0" sz="1800">
                <a:latin typeface="Trebuchet MS"/>
                <a:cs typeface="Trebuchet MS"/>
              </a:rPr>
              <a:t>	</a:t>
            </a:r>
            <a:r>
              <a:rPr dirty="0" sz="1800" spc="-10">
                <a:solidFill>
                  <a:srgbClr val="FF0000"/>
                </a:solidFill>
                <a:latin typeface="Trebuchet MS"/>
                <a:cs typeface="Trebuchet MS"/>
              </a:rPr>
              <a:t>input</a:t>
            </a:r>
            <a:r>
              <a:rPr dirty="0" sz="1800">
                <a:solidFill>
                  <a:srgbClr val="FF0000"/>
                </a:solidFill>
                <a:latin typeface="Trebuchet MS"/>
                <a:cs typeface="Trebuchet MS"/>
              </a:rPr>
              <a:t>	</a:t>
            </a:r>
            <a:r>
              <a:rPr dirty="0" sz="1800" spc="-25">
                <a:solidFill>
                  <a:srgbClr val="FF0000"/>
                </a:solidFill>
                <a:latin typeface="Trebuchet MS"/>
                <a:cs typeface="Trebuchet MS"/>
              </a:rPr>
              <a:t>and</a:t>
            </a:r>
            <a:r>
              <a:rPr dirty="0" sz="1800">
                <a:solidFill>
                  <a:srgbClr val="FF0000"/>
                </a:solidFill>
                <a:latin typeface="Trebuchet MS"/>
                <a:cs typeface="Trebuchet MS"/>
              </a:rPr>
              <a:t>	</a:t>
            </a:r>
            <a:r>
              <a:rPr dirty="0" sz="1800" spc="-10">
                <a:solidFill>
                  <a:srgbClr val="FF0000"/>
                </a:solidFill>
                <a:latin typeface="Trebuchet MS"/>
                <a:cs typeface="Trebuchet MS"/>
              </a:rPr>
              <a:t>output </a:t>
            </a:r>
            <a:r>
              <a:rPr dirty="0" sz="1800">
                <a:solidFill>
                  <a:srgbClr val="FF0000"/>
                </a:solidFill>
                <a:latin typeface="Trebuchet MS"/>
                <a:cs typeface="Trebuchet MS"/>
              </a:rPr>
              <a:t>functionality</a:t>
            </a:r>
            <a:r>
              <a:rPr dirty="0" sz="1800" spc="-55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using</a:t>
            </a:r>
            <a:r>
              <a:rPr dirty="0" sz="1800" spc="-40">
                <a:latin typeface="Trebuchet MS"/>
                <a:cs typeface="Trebuchet MS"/>
              </a:rPr>
              <a:t> </a:t>
            </a:r>
            <a:r>
              <a:rPr dirty="0" sz="1800" spc="-10">
                <a:latin typeface="Trebuchet MS"/>
                <a:cs typeface="Trebuchet MS"/>
              </a:rPr>
              <a:t>streams.</a:t>
            </a:r>
            <a:endParaRPr sz="1800">
              <a:latin typeface="Trebuchet MS"/>
              <a:cs typeface="Trebuchet MS"/>
            </a:endParaRPr>
          </a:p>
          <a:p>
            <a:pPr marL="259079" marR="32384" indent="-247015">
              <a:lnSpc>
                <a:spcPct val="150000"/>
              </a:lnSpc>
              <a:buSzPct val="94444"/>
              <a:buFont typeface="Arial MT"/>
              <a:buChar char="•"/>
              <a:tabLst>
                <a:tab pos="259079" algn="l"/>
              </a:tabLst>
            </a:pPr>
            <a:r>
              <a:rPr dirty="0" sz="1800">
                <a:latin typeface="Trebuchet MS"/>
                <a:cs typeface="Trebuchet MS"/>
              </a:rPr>
              <a:t>A</a:t>
            </a:r>
            <a:r>
              <a:rPr dirty="0" sz="1800" spc="2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stream</a:t>
            </a:r>
            <a:r>
              <a:rPr dirty="0" sz="1800" spc="12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is</a:t>
            </a:r>
            <a:r>
              <a:rPr dirty="0" sz="1800" spc="12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a</a:t>
            </a:r>
            <a:r>
              <a:rPr dirty="0" sz="1800" spc="130"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FF0000"/>
                </a:solidFill>
                <a:latin typeface="Trebuchet MS"/>
                <a:cs typeface="Trebuchet MS"/>
              </a:rPr>
              <a:t>sequence</a:t>
            </a:r>
            <a:r>
              <a:rPr dirty="0" sz="1800" spc="125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FF0000"/>
                </a:solidFill>
                <a:latin typeface="Trebuchet MS"/>
                <a:cs typeface="Trebuchet MS"/>
              </a:rPr>
              <a:t>of</a:t>
            </a:r>
            <a:r>
              <a:rPr dirty="0" sz="1800" spc="12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FF0000"/>
                </a:solidFill>
                <a:latin typeface="Trebuchet MS"/>
                <a:cs typeface="Trebuchet MS"/>
              </a:rPr>
              <a:t>bytes</a:t>
            </a:r>
            <a:r>
              <a:rPr dirty="0" sz="1800">
                <a:latin typeface="Trebuchet MS"/>
                <a:cs typeface="Trebuchet MS"/>
              </a:rPr>
              <a:t>.</a:t>
            </a:r>
            <a:r>
              <a:rPr dirty="0" sz="1800" spc="9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You</a:t>
            </a:r>
            <a:r>
              <a:rPr dirty="0" sz="1800" spc="12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must</a:t>
            </a:r>
            <a:r>
              <a:rPr dirty="0" sz="1800" spc="12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include</a:t>
            </a:r>
            <a:r>
              <a:rPr dirty="0" sz="1800" spc="12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iostream</a:t>
            </a:r>
            <a:r>
              <a:rPr dirty="0" sz="1800" spc="12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header</a:t>
            </a:r>
            <a:r>
              <a:rPr dirty="0" sz="1800" spc="12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file</a:t>
            </a:r>
            <a:r>
              <a:rPr dirty="0" sz="1800" spc="12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to</a:t>
            </a:r>
            <a:r>
              <a:rPr dirty="0" sz="1800" spc="12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input</a:t>
            </a:r>
            <a:r>
              <a:rPr dirty="0" sz="1800" spc="12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and</a:t>
            </a:r>
            <a:r>
              <a:rPr dirty="0" sz="1800" spc="12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output</a:t>
            </a:r>
            <a:r>
              <a:rPr dirty="0" sz="1800" spc="12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from</a:t>
            </a:r>
            <a:r>
              <a:rPr dirty="0" sz="1800" spc="12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a</a:t>
            </a:r>
            <a:r>
              <a:rPr dirty="0" sz="1800" spc="125">
                <a:latin typeface="Trebuchet MS"/>
                <a:cs typeface="Trebuchet MS"/>
              </a:rPr>
              <a:t> </a:t>
            </a:r>
            <a:r>
              <a:rPr dirty="0" sz="1800" spc="-25">
                <a:latin typeface="Trebuchet MS"/>
                <a:cs typeface="Trebuchet MS"/>
              </a:rPr>
              <a:t>C++ </a:t>
            </a:r>
            <a:r>
              <a:rPr dirty="0" sz="1800" spc="-10">
                <a:latin typeface="Trebuchet MS"/>
                <a:cs typeface="Trebuchet MS"/>
              </a:rPr>
              <a:t>program.</a:t>
            </a:r>
            <a:endParaRPr sz="1800">
              <a:latin typeface="Trebuchet MS"/>
              <a:cs typeface="Trebuchet MS"/>
            </a:endParaRPr>
          </a:p>
          <a:p>
            <a:pPr marL="430530">
              <a:lnSpc>
                <a:spcPct val="100000"/>
              </a:lnSpc>
              <a:spcBef>
                <a:spcPts val="1080"/>
              </a:spcBef>
              <a:tabLst>
                <a:tab pos="1186815" algn="l"/>
              </a:tabLst>
            </a:pPr>
            <a:r>
              <a:rPr dirty="0" sz="1800" spc="-25">
                <a:latin typeface="Trebuchet MS"/>
                <a:cs typeface="Trebuchet MS"/>
              </a:rPr>
              <a:t>i.e</a:t>
            </a:r>
            <a:r>
              <a:rPr dirty="0" sz="1800">
                <a:latin typeface="Trebuchet MS"/>
                <a:cs typeface="Trebuchet MS"/>
              </a:rPr>
              <a:t>	</a:t>
            </a:r>
            <a:r>
              <a:rPr dirty="0" sz="1800" spc="-10" b="1">
                <a:latin typeface="Trebuchet MS"/>
                <a:cs typeface="Trebuchet MS"/>
              </a:rPr>
              <a:t>#include&lt;iostream.h&gt;</a:t>
            </a:r>
            <a:endParaRPr sz="1800">
              <a:latin typeface="Trebuchet MS"/>
              <a:cs typeface="Trebuchet MS"/>
            </a:endParaRPr>
          </a:p>
          <a:p>
            <a:pPr marL="259079" indent="-246379">
              <a:lnSpc>
                <a:spcPct val="100000"/>
              </a:lnSpc>
              <a:spcBef>
                <a:spcPts val="1080"/>
              </a:spcBef>
              <a:buSzPct val="94444"/>
              <a:buFont typeface="Arial MT"/>
              <a:buChar char="•"/>
              <a:tabLst>
                <a:tab pos="259079" algn="l"/>
              </a:tabLst>
            </a:pPr>
            <a:r>
              <a:rPr dirty="0" sz="1800">
                <a:latin typeface="Trebuchet MS"/>
                <a:cs typeface="Trebuchet MS"/>
              </a:rPr>
              <a:t>#include</a:t>
            </a:r>
            <a:r>
              <a:rPr dirty="0" sz="1800" spc="-6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iostream</a:t>
            </a:r>
            <a:r>
              <a:rPr dirty="0" sz="1800" spc="-6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provides</a:t>
            </a:r>
            <a:r>
              <a:rPr dirty="0" sz="1800" spc="-6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the</a:t>
            </a:r>
            <a:r>
              <a:rPr dirty="0" sz="1800" spc="-6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most</a:t>
            </a:r>
            <a:r>
              <a:rPr dirty="0" sz="1800" spc="-6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used</a:t>
            </a:r>
            <a:r>
              <a:rPr dirty="0" sz="1800" spc="-6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standard</a:t>
            </a:r>
            <a:r>
              <a:rPr dirty="0" sz="1800" spc="-6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input</a:t>
            </a:r>
            <a:r>
              <a:rPr dirty="0" sz="1800" spc="-6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and</a:t>
            </a:r>
            <a:r>
              <a:rPr dirty="0" sz="1800" spc="-6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output</a:t>
            </a:r>
            <a:r>
              <a:rPr dirty="0" sz="1800" spc="-6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streams,</a:t>
            </a:r>
            <a:r>
              <a:rPr dirty="0" sz="1800" spc="-6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cin</a:t>
            </a:r>
            <a:r>
              <a:rPr dirty="0" sz="1800" spc="-6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and</a:t>
            </a:r>
            <a:r>
              <a:rPr dirty="0" sz="1800" spc="-60">
                <a:latin typeface="Trebuchet MS"/>
                <a:cs typeface="Trebuchet MS"/>
              </a:rPr>
              <a:t> </a:t>
            </a:r>
            <a:r>
              <a:rPr dirty="0" sz="1800" spc="-10">
                <a:latin typeface="Trebuchet MS"/>
                <a:cs typeface="Trebuchet MS"/>
              </a:rPr>
              <a:t>cout.</a:t>
            </a:r>
            <a:endParaRPr sz="1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84299" rIns="0" bIns="0" rtlCol="0" vert="horz">
            <a:spAutoFit/>
          </a:bodyPr>
          <a:lstStyle/>
          <a:p>
            <a:pPr marL="51435">
              <a:lnSpc>
                <a:spcPct val="100000"/>
              </a:lnSpc>
              <a:spcBef>
                <a:spcPts val="100"/>
              </a:spcBef>
            </a:pPr>
            <a:r>
              <a:rPr dirty="0" sz="2800">
                <a:latin typeface="Trebuchet MS"/>
                <a:cs typeface="Trebuchet MS"/>
              </a:rPr>
              <a:t>Standard</a:t>
            </a:r>
            <a:r>
              <a:rPr dirty="0" sz="2800" spc="-50">
                <a:latin typeface="Trebuchet MS"/>
                <a:cs typeface="Trebuchet MS"/>
              </a:rPr>
              <a:t> </a:t>
            </a:r>
            <a:r>
              <a:rPr dirty="0" sz="2800">
                <a:latin typeface="Trebuchet MS"/>
                <a:cs typeface="Trebuchet MS"/>
              </a:rPr>
              <a:t>Output</a:t>
            </a:r>
            <a:r>
              <a:rPr dirty="0" sz="2800" spc="-50">
                <a:latin typeface="Trebuchet MS"/>
                <a:cs typeface="Trebuchet MS"/>
              </a:rPr>
              <a:t> </a:t>
            </a:r>
            <a:r>
              <a:rPr dirty="0" sz="2800">
                <a:latin typeface="Trebuchet MS"/>
                <a:cs typeface="Trebuchet MS"/>
              </a:rPr>
              <a:t>Stream</a:t>
            </a:r>
            <a:r>
              <a:rPr dirty="0" sz="2800" spc="-45">
                <a:latin typeface="Trebuchet MS"/>
                <a:cs typeface="Trebuchet MS"/>
              </a:rPr>
              <a:t> </a:t>
            </a:r>
            <a:r>
              <a:rPr dirty="0" sz="2800" spc="-10">
                <a:latin typeface="Trebuchet MS"/>
                <a:cs typeface="Trebuchet MS"/>
              </a:rPr>
              <a:t>-</a:t>
            </a:r>
            <a:r>
              <a:rPr dirty="0" sz="2800">
                <a:latin typeface="Trebuchet MS"/>
                <a:cs typeface="Trebuchet MS"/>
              </a:rPr>
              <a:t>-</a:t>
            </a:r>
            <a:r>
              <a:rPr dirty="0" sz="2800" spc="-50">
                <a:latin typeface="Trebuchet MS"/>
                <a:cs typeface="Trebuchet MS"/>
              </a:rPr>
              <a:t> </a:t>
            </a:r>
            <a:r>
              <a:rPr dirty="0" sz="2800" spc="-20">
                <a:latin typeface="Trebuchet MS"/>
                <a:cs typeface="Trebuchet MS"/>
              </a:rPr>
              <a:t>cout</a:t>
            </a:r>
            <a:endParaRPr sz="2800">
              <a:latin typeface="Trebuchet MS"/>
              <a:cs typeface="Trebuchet MS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680249" y="2084996"/>
            <a:ext cx="10583545" cy="36772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69900" marR="5080" indent="-336550">
              <a:lnSpc>
                <a:spcPct val="115599"/>
              </a:lnSpc>
              <a:spcBef>
                <a:spcPts val="100"/>
              </a:spcBef>
              <a:buChar char="●"/>
              <a:tabLst>
                <a:tab pos="469900" algn="l"/>
                <a:tab pos="591820" algn="l"/>
              </a:tabLst>
            </a:pPr>
            <a:r>
              <a:rPr dirty="0" sz="1400">
                <a:latin typeface="Arial MT"/>
                <a:cs typeface="Arial MT"/>
              </a:rPr>
              <a:t>	</a:t>
            </a:r>
            <a:r>
              <a:rPr dirty="0" sz="1800">
                <a:latin typeface="Trebuchet MS"/>
                <a:cs typeface="Trebuchet MS"/>
              </a:rPr>
              <a:t>It</a:t>
            </a:r>
            <a:r>
              <a:rPr dirty="0" sz="1800" spc="-5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is</a:t>
            </a:r>
            <a:r>
              <a:rPr dirty="0" sz="1800" spc="-4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an</a:t>
            </a:r>
            <a:r>
              <a:rPr dirty="0" sz="1800" spc="-4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instance</a:t>
            </a:r>
            <a:r>
              <a:rPr dirty="0" sz="1800" spc="-4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of</a:t>
            </a:r>
            <a:r>
              <a:rPr dirty="0" sz="1800" spc="-4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the</a:t>
            </a:r>
            <a:r>
              <a:rPr dirty="0" sz="1800" spc="-5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ostream</a:t>
            </a:r>
            <a:r>
              <a:rPr dirty="0" sz="1800" spc="-4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class.</a:t>
            </a:r>
            <a:r>
              <a:rPr dirty="0" sz="1800" spc="-4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It</a:t>
            </a:r>
            <a:r>
              <a:rPr dirty="0" sz="1800" spc="-4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produces</a:t>
            </a:r>
            <a:r>
              <a:rPr dirty="0" sz="1800" spc="-10"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0070C0"/>
                </a:solidFill>
                <a:latin typeface="Trebuchet MS"/>
                <a:cs typeface="Trebuchet MS"/>
              </a:rPr>
              <a:t>output</a:t>
            </a:r>
            <a:r>
              <a:rPr dirty="0" sz="1800" spc="-40">
                <a:solidFill>
                  <a:srgbClr val="0070C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on</a:t>
            </a:r>
            <a:r>
              <a:rPr dirty="0" sz="1800" spc="-4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the</a:t>
            </a:r>
            <a:r>
              <a:rPr dirty="0" sz="1800" spc="-5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standard</a:t>
            </a:r>
            <a:r>
              <a:rPr dirty="0" sz="1800" spc="-4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output</a:t>
            </a:r>
            <a:r>
              <a:rPr dirty="0" sz="1800" spc="-4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device,</a:t>
            </a:r>
            <a:r>
              <a:rPr dirty="0" sz="1800" spc="-4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i.e.,</a:t>
            </a:r>
            <a:r>
              <a:rPr dirty="0" sz="1800" spc="-45">
                <a:latin typeface="Trebuchet MS"/>
                <a:cs typeface="Trebuchet MS"/>
              </a:rPr>
              <a:t> </a:t>
            </a:r>
            <a:r>
              <a:rPr dirty="0" sz="1800" spc="-25">
                <a:latin typeface="Trebuchet MS"/>
                <a:cs typeface="Trebuchet MS"/>
              </a:rPr>
              <a:t>the </a:t>
            </a:r>
            <a:r>
              <a:rPr dirty="0" sz="1800">
                <a:latin typeface="Trebuchet MS"/>
                <a:cs typeface="Trebuchet MS"/>
              </a:rPr>
              <a:t>display</a:t>
            </a:r>
            <a:r>
              <a:rPr dirty="0" sz="1800" spc="-35">
                <a:latin typeface="Trebuchet MS"/>
                <a:cs typeface="Trebuchet MS"/>
              </a:rPr>
              <a:t> </a:t>
            </a:r>
            <a:r>
              <a:rPr dirty="0" sz="1800" spc="-10">
                <a:latin typeface="Trebuchet MS"/>
                <a:cs typeface="Trebuchet MS"/>
              </a:rPr>
              <a:t>screen.</a:t>
            </a:r>
            <a:endParaRPr sz="1800">
              <a:latin typeface="Trebuchet MS"/>
              <a:cs typeface="Trebuchet MS"/>
            </a:endParaRPr>
          </a:p>
          <a:p>
            <a:pPr marL="469265" indent="-335915">
              <a:lnSpc>
                <a:spcPct val="100000"/>
              </a:lnSpc>
              <a:buSzPct val="77777"/>
              <a:buFont typeface="Arial MT"/>
              <a:buChar char="●"/>
              <a:tabLst>
                <a:tab pos="469265" algn="l"/>
              </a:tabLst>
            </a:pPr>
            <a:r>
              <a:rPr dirty="0" sz="1800">
                <a:latin typeface="Trebuchet MS"/>
                <a:cs typeface="Trebuchet MS"/>
              </a:rPr>
              <a:t>We</a:t>
            </a:r>
            <a:r>
              <a:rPr dirty="0" sz="1800" spc="-6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need</a:t>
            </a:r>
            <a:r>
              <a:rPr dirty="0" sz="1800" spc="-5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to</a:t>
            </a:r>
            <a:r>
              <a:rPr dirty="0" sz="1800" spc="-5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use</a:t>
            </a:r>
            <a:r>
              <a:rPr dirty="0" sz="1800" spc="-5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the</a:t>
            </a:r>
            <a:r>
              <a:rPr dirty="0" sz="1800" spc="-5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stream</a:t>
            </a:r>
            <a:r>
              <a:rPr dirty="0" sz="1800" spc="-45"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FF0000"/>
                </a:solidFill>
                <a:latin typeface="Trebuchet MS"/>
                <a:cs typeface="Trebuchet MS"/>
              </a:rPr>
              <a:t>insertion</a:t>
            </a:r>
            <a:r>
              <a:rPr dirty="0" sz="1800" spc="-55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FF0000"/>
                </a:solidFill>
                <a:latin typeface="Trebuchet MS"/>
                <a:cs typeface="Trebuchet MS"/>
              </a:rPr>
              <a:t>operator</a:t>
            </a:r>
            <a:r>
              <a:rPr dirty="0" sz="1800" spc="-55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FF0000"/>
                </a:solidFill>
                <a:latin typeface="Trebuchet MS"/>
                <a:cs typeface="Trebuchet MS"/>
              </a:rPr>
              <a:t>&lt;&lt;</a:t>
            </a:r>
            <a:r>
              <a:rPr dirty="0" sz="1800" spc="-35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to</a:t>
            </a:r>
            <a:r>
              <a:rPr dirty="0" sz="1800" spc="-5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insert</a:t>
            </a:r>
            <a:r>
              <a:rPr dirty="0" sz="1800" spc="-5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data</a:t>
            </a:r>
            <a:r>
              <a:rPr dirty="0" sz="1800" spc="-5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into</a:t>
            </a:r>
            <a:r>
              <a:rPr dirty="0" sz="1800" spc="-5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the</a:t>
            </a:r>
            <a:r>
              <a:rPr dirty="0" sz="1800" spc="-5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standard</a:t>
            </a:r>
            <a:r>
              <a:rPr dirty="0" sz="1800" spc="-5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output</a:t>
            </a:r>
            <a:r>
              <a:rPr dirty="0" sz="1800" spc="-55">
                <a:latin typeface="Trebuchet MS"/>
                <a:cs typeface="Trebuchet MS"/>
              </a:rPr>
              <a:t> </a:t>
            </a:r>
            <a:r>
              <a:rPr dirty="0" sz="1800" spc="-10">
                <a:latin typeface="Trebuchet MS"/>
                <a:cs typeface="Trebuchet MS"/>
              </a:rPr>
              <a:t>stream</a:t>
            </a:r>
            <a:endParaRPr sz="1800">
              <a:latin typeface="Trebuchet MS"/>
              <a:cs typeface="Trebuchet MS"/>
            </a:endParaRPr>
          </a:p>
          <a:p>
            <a:pPr marL="469900">
              <a:lnSpc>
                <a:spcPct val="100000"/>
              </a:lnSpc>
              <a:spcBef>
                <a:spcPts val="1080"/>
              </a:spcBef>
            </a:pPr>
            <a:r>
              <a:rPr dirty="0" sz="1800">
                <a:latin typeface="Trebuchet MS"/>
                <a:cs typeface="Trebuchet MS"/>
              </a:rPr>
              <a:t>cout,</a:t>
            </a:r>
            <a:r>
              <a:rPr dirty="0" sz="1800" spc="-4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which</a:t>
            </a:r>
            <a:r>
              <a:rPr dirty="0" sz="1800" spc="-3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has</a:t>
            </a:r>
            <a:r>
              <a:rPr dirty="0" sz="1800" spc="-4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to</a:t>
            </a:r>
            <a:r>
              <a:rPr dirty="0" sz="1800" spc="-3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be</a:t>
            </a:r>
            <a:r>
              <a:rPr dirty="0" sz="1800" spc="-3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displayed</a:t>
            </a:r>
            <a:r>
              <a:rPr dirty="0" sz="1800" spc="-4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on</a:t>
            </a:r>
            <a:r>
              <a:rPr dirty="0" sz="1800" spc="-3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the</a:t>
            </a:r>
            <a:r>
              <a:rPr dirty="0" sz="1800" spc="-35">
                <a:latin typeface="Trebuchet MS"/>
                <a:cs typeface="Trebuchet MS"/>
              </a:rPr>
              <a:t> </a:t>
            </a:r>
            <a:r>
              <a:rPr dirty="0" sz="1800" spc="-10">
                <a:latin typeface="Trebuchet MS"/>
                <a:cs typeface="Trebuchet MS"/>
              </a:rPr>
              <a:t>screen.</a:t>
            </a:r>
            <a:endParaRPr sz="1800">
              <a:latin typeface="Trebuchet MS"/>
              <a:cs typeface="Trebuchet MS"/>
            </a:endParaRPr>
          </a:p>
          <a:p>
            <a:pPr marL="469265" indent="-335915">
              <a:lnSpc>
                <a:spcPct val="100000"/>
              </a:lnSpc>
              <a:spcBef>
                <a:spcPts val="1080"/>
              </a:spcBef>
              <a:buSzPct val="77777"/>
              <a:buFont typeface="Arial MT"/>
              <a:buChar char="●"/>
              <a:tabLst>
                <a:tab pos="469265" algn="l"/>
              </a:tabLst>
            </a:pPr>
            <a:r>
              <a:rPr dirty="0" sz="1800" spc="-10">
                <a:latin typeface="Trebuchet MS"/>
                <a:cs typeface="Trebuchet MS"/>
              </a:rPr>
              <a:t>Syntax:</a:t>
            </a:r>
            <a:endParaRPr sz="1800">
              <a:latin typeface="Trebuchet MS"/>
              <a:cs typeface="Trebuchet MS"/>
            </a:endParaRPr>
          </a:p>
          <a:p>
            <a:pPr marL="1496695" marR="7693659" indent="-1032510">
              <a:lnSpc>
                <a:spcPct val="150000"/>
              </a:lnSpc>
            </a:pPr>
            <a:r>
              <a:rPr dirty="0" sz="1800">
                <a:solidFill>
                  <a:srgbClr val="FF0000"/>
                </a:solidFill>
                <a:latin typeface="Trebuchet MS"/>
                <a:cs typeface="Trebuchet MS"/>
              </a:rPr>
              <a:t>cout</a:t>
            </a:r>
            <a:r>
              <a:rPr dirty="0" sz="1800" spc="-25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FF0000"/>
                </a:solidFill>
                <a:latin typeface="Trebuchet MS"/>
                <a:cs typeface="Trebuchet MS"/>
              </a:rPr>
              <a:t>&lt;&lt;</a:t>
            </a:r>
            <a:r>
              <a:rPr dirty="0" sz="1800" spc="-25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dirty="0" sz="1800" spc="-10">
                <a:solidFill>
                  <a:srgbClr val="FF0000"/>
                </a:solidFill>
                <a:latin typeface="Trebuchet MS"/>
                <a:cs typeface="Trebuchet MS"/>
              </a:rPr>
              <a:t>variable_name; </a:t>
            </a:r>
            <a:r>
              <a:rPr dirty="0" sz="1800" spc="-25">
                <a:latin typeface="Trebuchet MS"/>
                <a:cs typeface="Trebuchet MS"/>
              </a:rPr>
              <a:t>OR</a:t>
            </a:r>
            <a:endParaRPr sz="1800">
              <a:latin typeface="Trebuchet MS"/>
              <a:cs typeface="Trebuchet MS"/>
            </a:endParaRPr>
          </a:p>
          <a:p>
            <a:pPr marL="464820">
              <a:lnSpc>
                <a:spcPct val="100000"/>
              </a:lnSpc>
              <a:spcBef>
                <a:spcPts val="1080"/>
              </a:spcBef>
            </a:pPr>
            <a:r>
              <a:rPr dirty="0" sz="1800">
                <a:solidFill>
                  <a:srgbClr val="FF0000"/>
                </a:solidFill>
                <a:latin typeface="Trebuchet MS"/>
                <a:cs typeface="Trebuchet MS"/>
              </a:rPr>
              <a:t>cout</a:t>
            </a:r>
            <a:r>
              <a:rPr dirty="0" sz="1800" spc="-55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FF0000"/>
                </a:solidFill>
                <a:latin typeface="Trebuchet MS"/>
                <a:cs typeface="Trebuchet MS"/>
              </a:rPr>
              <a:t>&lt;&lt;</a:t>
            </a:r>
            <a:r>
              <a:rPr dirty="0" sz="1800" spc="-55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FF0000"/>
                </a:solidFill>
                <a:latin typeface="Trebuchet MS"/>
                <a:cs typeface="Trebuchet MS"/>
              </a:rPr>
              <a:t>variable1</a:t>
            </a:r>
            <a:r>
              <a:rPr dirty="0" sz="1800" spc="-55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FF0000"/>
                </a:solidFill>
                <a:latin typeface="Trebuchet MS"/>
                <a:cs typeface="Trebuchet MS"/>
              </a:rPr>
              <a:t>&lt;&lt;</a:t>
            </a:r>
            <a:r>
              <a:rPr dirty="0" sz="1800" spc="-55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FF0000"/>
                </a:solidFill>
                <a:latin typeface="Trebuchet MS"/>
                <a:cs typeface="Trebuchet MS"/>
              </a:rPr>
              <a:t>variable2</a:t>
            </a:r>
            <a:r>
              <a:rPr dirty="0" sz="1800" spc="-55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FF0000"/>
                </a:solidFill>
                <a:latin typeface="Trebuchet MS"/>
                <a:cs typeface="Trebuchet MS"/>
              </a:rPr>
              <a:t>&lt;&lt;</a:t>
            </a:r>
            <a:r>
              <a:rPr dirty="0" sz="1800" spc="-55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FF0000"/>
                </a:solidFill>
                <a:latin typeface="Trebuchet MS"/>
                <a:cs typeface="Trebuchet MS"/>
              </a:rPr>
              <a:t>...</a:t>
            </a:r>
            <a:r>
              <a:rPr dirty="0" sz="1800" spc="-55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dirty="0" sz="1800" spc="-50">
                <a:solidFill>
                  <a:srgbClr val="FF0000"/>
                </a:solidFill>
                <a:latin typeface="Trebuchet MS"/>
                <a:cs typeface="Trebuchet MS"/>
              </a:rPr>
              <a:t>;</a:t>
            </a:r>
            <a:endParaRPr sz="1800">
              <a:latin typeface="Trebuchet MS"/>
              <a:cs typeface="Trebuchet MS"/>
            </a:endParaRPr>
          </a:p>
          <a:p>
            <a:pPr marL="12700" marR="241300">
              <a:lnSpc>
                <a:spcPct val="100000"/>
              </a:lnSpc>
              <a:spcBef>
                <a:spcPts val="1080"/>
              </a:spcBef>
            </a:pPr>
            <a:r>
              <a:rPr dirty="0" sz="1800">
                <a:latin typeface="Trebuchet MS"/>
                <a:cs typeface="Trebuchet MS"/>
              </a:rPr>
              <a:t>(This</a:t>
            </a:r>
            <a:r>
              <a:rPr dirty="0" sz="1800" spc="-4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way</a:t>
            </a:r>
            <a:r>
              <a:rPr dirty="0" sz="1800" spc="-4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of</a:t>
            </a:r>
            <a:r>
              <a:rPr dirty="0" sz="1800" spc="-4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using</a:t>
            </a:r>
            <a:r>
              <a:rPr dirty="0" sz="1800" spc="-3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multiple</a:t>
            </a:r>
            <a:r>
              <a:rPr dirty="0" sz="1800" spc="-4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stream</a:t>
            </a:r>
            <a:r>
              <a:rPr dirty="0" sz="1800" spc="-4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insertion</a:t>
            </a:r>
            <a:r>
              <a:rPr dirty="0" sz="1800" spc="-3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operators</a:t>
            </a:r>
            <a:r>
              <a:rPr dirty="0" sz="1800" spc="-4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with</a:t>
            </a:r>
            <a:r>
              <a:rPr dirty="0" sz="1800" spc="-4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a</a:t>
            </a:r>
            <a:r>
              <a:rPr dirty="0" sz="1800" spc="-4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single</a:t>
            </a:r>
            <a:r>
              <a:rPr dirty="0" sz="1800" spc="-3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cout</a:t>
            </a:r>
            <a:r>
              <a:rPr dirty="0" sz="1800" spc="-4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is</a:t>
            </a:r>
            <a:r>
              <a:rPr dirty="0" sz="1800" spc="-4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called</a:t>
            </a:r>
            <a:r>
              <a:rPr dirty="0" sz="1800" spc="-4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cascading.</a:t>
            </a:r>
            <a:r>
              <a:rPr dirty="0" sz="1800" spc="-3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It</a:t>
            </a:r>
            <a:r>
              <a:rPr dirty="0" sz="1800" spc="-40">
                <a:latin typeface="Trebuchet MS"/>
                <a:cs typeface="Trebuchet MS"/>
              </a:rPr>
              <a:t> </a:t>
            </a:r>
            <a:r>
              <a:rPr dirty="0" sz="1800" spc="-10">
                <a:latin typeface="Trebuchet MS"/>
                <a:cs typeface="Trebuchet MS"/>
              </a:rPr>
              <a:t>helps </a:t>
            </a:r>
            <a:r>
              <a:rPr dirty="0" sz="1800">
                <a:latin typeface="Trebuchet MS"/>
                <a:cs typeface="Trebuchet MS"/>
              </a:rPr>
              <a:t>print</a:t>
            </a:r>
            <a:r>
              <a:rPr dirty="0" sz="1800" spc="-6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multiple</a:t>
            </a:r>
            <a:r>
              <a:rPr dirty="0" sz="1800" spc="-5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variables</a:t>
            </a:r>
            <a:r>
              <a:rPr dirty="0" sz="1800" spc="-5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adjacent</a:t>
            </a:r>
            <a:r>
              <a:rPr dirty="0" sz="1800" spc="-6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to</a:t>
            </a:r>
            <a:r>
              <a:rPr dirty="0" sz="1800" spc="-5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each</a:t>
            </a:r>
            <a:r>
              <a:rPr dirty="0" sz="1800" spc="-5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other</a:t>
            </a:r>
            <a:r>
              <a:rPr dirty="0" sz="1800" spc="-5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on</a:t>
            </a:r>
            <a:r>
              <a:rPr dirty="0" sz="1800" spc="-6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the</a:t>
            </a:r>
            <a:r>
              <a:rPr dirty="0" sz="1800" spc="-5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same</a:t>
            </a:r>
            <a:r>
              <a:rPr dirty="0" sz="1800" spc="-55">
                <a:latin typeface="Trebuchet MS"/>
                <a:cs typeface="Trebuchet MS"/>
              </a:rPr>
              <a:t> </a:t>
            </a:r>
            <a:r>
              <a:rPr dirty="0" sz="1800" spc="-10">
                <a:latin typeface="Trebuchet MS"/>
                <a:cs typeface="Trebuchet MS"/>
              </a:rPr>
              <a:t>line.)</a:t>
            </a:r>
            <a:endParaRPr sz="1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84299" rIns="0" bIns="0" rtlCol="0" vert="horz">
            <a:spAutoFit/>
          </a:bodyPr>
          <a:lstStyle/>
          <a:p>
            <a:pPr marL="51435">
              <a:lnSpc>
                <a:spcPct val="100000"/>
              </a:lnSpc>
              <a:spcBef>
                <a:spcPts val="100"/>
              </a:spcBef>
            </a:pPr>
            <a:r>
              <a:rPr dirty="0" sz="2800">
                <a:latin typeface="Trebuchet MS"/>
                <a:cs typeface="Trebuchet MS"/>
              </a:rPr>
              <a:t>Standard</a:t>
            </a:r>
            <a:r>
              <a:rPr dirty="0" sz="2800" spc="-50">
                <a:latin typeface="Trebuchet MS"/>
                <a:cs typeface="Trebuchet MS"/>
              </a:rPr>
              <a:t> </a:t>
            </a:r>
            <a:r>
              <a:rPr dirty="0" sz="2800">
                <a:latin typeface="Trebuchet MS"/>
                <a:cs typeface="Trebuchet MS"/>
              </a:rPr>
              <a:t>Output</a:t>
            </a:r>
            <a:r>
              <a:rPr dirty="0" sz="2800" spc="-50">
                <a:latin typeface="Trebuchet MS"/>
                <a:cs typeface="Trebuchet MS"/>
              </a:rPr>
              <a:t> </a:t>
            </a:r>
            <a:r>
              <a:rPr dirty="0" sz="2800">
                <a:latin typeface="Trebuchet MS"/>
                <a:cs typeface="Trebuchet MS"/>
              </a:rPr>
              <a:t>Stream</a:t>
            </a:r>
            <a:r>
              <a:rPr dirty="0" sz="2800" spc="-45">
                <a:latin typeface="Trebuchet MS"/>
                <a:cs typeface="Trebuchet MS"/>
              </a:rPr>
              <a:t> </a:t>
            </a:r>
            <a:r>
              <a:rPr dirty="0" sz="2800" spc="-10">
                <a:latin typeface="Trebuchet MS"/>
                <a:cs typeface="Trebuchet MS"/>
              </a:rPr>
              <a:t>-</a:t>
            </a:r>
            <a:r>
              <a:rPr dirty="0" sz="2800">
                <a:latin typeface="Trebuchet MS"/>
                <a:cs typeface="Trebuchet MS"/>
              </a:rPr>
              <a:t>-</a:t>
            </a:r>
            <a:r>
              <a:rPr dirty="0" sz="2800" spc="-50">
                <a:latin typeface="Trebuchet MS"/>
                <a:cs typeface="Trebuchet MS"/>
              </a:rPr>
              <a:t> </a:t>
            </a:r>
            <a:r>
              <a:rPr dirty="0" sz="2800" spc="-20">
                <a:latin typeface="Trebuchet MS"/>
                <a:cs typeface="Trebuchet MS"/>
              </a:rPr>
              <a:t>cout</a:t>
            </a:r>
            <a:endParaRPr sz="2800">
              <a:latin typeface="Trebuchet MS"/>
              <a:cs typeface="Trebuchet MS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602825" y="1961453"/>
            <a:ext cx="10537190" cy="3062605"/>
          </a:xfrm>
          <a:prstGeom prst="rect">
            <a:avLst/>
          </a:prstGeom>
        </p:spPr>
        <p:txBody>
          <a:bodyPr wrap="square" lIns="0" tIns="1828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40"/>
              </a:spcBef>
            </a:pPr>
            <a:r>
              <a:rPr dirty="0" sz="2000" b="1">
                <a:solidFill>
                  <a:srgbClr val="FF0000"/>
                </a:solidFill>
                <a:latin typeface="Trebuchet MS"/>
                <a:cs typeface="Trebuchet MS"/>
              </a:rPr>
              <a:t>How</a:t>
            </a:r>
            <a:r>
              <a:rPr dirty="0" sz="2000" spc="-40" b="1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dirty="0" sz="2000" b="1">
                <a:solidFill>
                  <a:srgbClr val="FF0000"/>
                </a:solidFill>
                <a:latin typeface="Trebuchet MS"/>
                <a:cs typeface="Trebuchet MS"/>
              </a:rPr>
              <a:t>to</a:t>
            </a:r>
            <a:r>
              <a:rPr dirty="0" sz="2000" spc="-35" b="1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dirty="0" sz="2000" b="1">
                <a:solidFill>
                  <a:srgbClr val="FF0000"/>
                </a:solidFill>
                <a:latin typeface="Trebuchet MS"/>
                <a:cs typeface="Trebuchet MS"/>
              </a:rPr>
              <a:t>Separate</a:t>
            </a:r>
            <a:r>
              <a:rPr dirty="0" sz="2000" spc="-35" b="1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dirty="0" sz="2000" b="1">
                <a:solidFill>
                  <a:srgbClr val="FF0000"/>
                </a:solidFill>
                <a:latin typeface="Trebuchet MS"/>
                <a:cs typeface="Trebuchet MS"/>
              </a:rPr>
              <a:t>lines</a:t>
            </a:r>
            <a:r>
              <a:rPr dirty="0" sz="2000" spc="-35" b="1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dirty="0" sz="2000" b="1">
                <a:solidFill>
                  <a:srgbClr val="FF0000"/>
                </a:solidFill>
                <a:latin typeface="Trebuchet MS"/>
                <a:cs typeface="Trebuchet MS"/>
              </a:rPr>
              <a:t>in</a:t>
            </a:r>
            <a:r>
              <a:rPr dirty="0" sz="2000" spc="-35" b="1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dirty="0" sz="2000" spc="-10" b="1">
                <a:solidFill>
                  <a:srgbClr val="FF0000"/>
                </a:solidFill>
                <a:latin typeface="Trebuchet MS"/>
                <a:cs typeface="Trebuchet MS"/>
              </a:rPr>
              <a:t>Output?</a:t>
            </a:r>
            <a:endParaRPr sz="2000">
              <a:latin typeface="Trebuchet MS"/>
              <a:cs typeface="Trebuchet MS"/>
            </a:endParaRPr>
          </a:p>
          <a:p>
            <a:pPr marL="297815" indent="-251460">
              <a:lnSpc>
                <a:spcPct val="100000"/>
              </a:lnSpc>
              <a:spcBef>
                <a:spcPts val="1210"/>
              </a:spcBef>
              <a:buClr>
                <a:srgbClr val="7030A0"/>
              </a:buClr>
              <a:buFont typeface="Arial MT"/>
              <a:buChar char="•"/>
              <a:tabLst>
                <a:tab pos="297815" algn="l"/>
              </a:tabLst>
            </a:pPr>
            <a:r>
              <a:rPr dirty="0" sz="1800">
                <a:latin typeface="Trebuchet MS"/>
                <a:cs typeface="Trebuchet MS"/>
              </a:rPr>
              <a:t>There</a:t>
            </a:r>
            <a:r>
              <a:rPr dirty="0" sz="1800" spc="-5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are</a:t>
            </a:r>
            <a:r>
              <a:rPr dirty="0" sz="1800" spc="-4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two</a:t>
            </a:r>
            <a:r>
              <a:rPr dirty="0" sz="1800" spc="-5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ways</a:t>
            </a:r>
            <a:r>
              <a:rPr dirty="0" sz="1800" spc="-4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–</a:t>
            </a:r>
            <a:r>
              <a:rPr dirty="0" sz="1800" spc="-5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new</a:t>
            </a:r>
            <a:r>
              <a:rPr dirty="0" sz="1800" spc="-4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line</a:t>
            </a:r>
            <a:r>
              <a:rPr dirty="0" sz="1800" spc="-5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character</a:t>
            </a:r>
            <a:r>
              <a:rPr dirty="0" sz="1800" spc="-4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and</a:t>
            </a:r>
            <a:r>
              <a:rPr dirty="0" sz="1800" spc="-50">
                <a:latin typeface="Trebuchet MS"/>
                <a:cs typeface="Trebuchet MS"/>
              </a:rPr>
              <a:t> </a:t>
            </a:r>
            <a:r>
              <a:rPr dirty="0" sz="1800" spc="-20">
                <a:latin typeface="Trebuchet MS"/>
                <a:cs typeface="Trebuchet MS"/>
              </a:rPr>
              <a:t>endl</a:t>
            </a:r>
            <a:endParaRPr sz="1800">
              <a:latin typeface="Trebuchet MS"/>
              <a:cs typeface="Trebuchet MS"/>
            </a:endParaRPr>
          </a:p>
          <a:p>
            <a:pPr marL="12700" marR="7075805">
              <a:lnSpc>
                <a:spcPct val="150000"/>
              </a:lnSpc>
            </a:pPr>
            <a:r>
              <a:rPr dirty="0" u="heavy" sz="1800" b="1">
                <a:solidFill>
                  <a:srgbClr val="7030A0"/>
                </a:solidFill>
                <a:uFill>
                  <a:solidFill>
                    <a:srgbClr val="7030A0"/>
                  </a:solidFill>
                </a:uFill>
                <a:latin typeface="Trebuchet MS"/>
                <a:cs typeface="Trebuchet MS"/>
              </a:rPr>
              <a:t>Using</a:t>
            </a:r>
            <a:r>
              <a:rPr dirty="0" u="heavy" sz="1800" spc="-40" b="1">
                <a:solidFill>
                  <a:srgbClr val="7030A0"/>
                </a:solidFill>
                <a:uFill>
                  <a:solidFill>
                    <a:srgbClr val="7030A0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heavy" sz="1800" b="1">
                <a:solidFill>
                  <a:srgbClr val="7030A0"/>
                </a:solidFill>
                <a:uFill>
                  <a:solidFill>
                    <a:srgbClr val="7030A0"/>
                  </a:solidFill>
                </a:uFill>
                <a:latin typeface="Trebuchet MS"/>
                <a:cs typeface="Trebuchet MS"/>
              </a:rPr>
              <a:t>\n,</a:t>
            </a:r>
            <a:r>
              <a:rPr dirty="0" u="heavy" sz="1800" spc="-40" b="1">
                <a:solidFill>
                  <a:srgbClr val="7030A0"/>
                </a:solidFill>
                <a:uFill>
                  <a:solidFill>
                    <a:srgbClr val="7030A0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heavy" sz="1800" b="1">
                <a:solidFill>
                  <a:srgbClr val="7030A0"/>
                </a:solidFill>
                <a:uFill>
                  <a:solidFill>
                    <a:srgbClr val="7030A0"/>
                  </a:solidFill>
                </a:uFill>
                <a:latin typeface="Trebuchet MS"/>
                <a:cs typeface="Trebuchet MS"/>
              </a:rPr>
              <a:t>the</a:t>
            </a:r>
            <a:r>
              <a:rPr dirty="0" u="heavy" sz="1800" spc="-35" b="1">
                <a:solidFill>
                  <a:srgbClr val="7030A0"/>
                </a:solidFill>
                <a:uFill>
                  <a:solidFill>
                    <a:srgbClr val="7030A0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heavy" sz="1800" b="1">
                <a:solidFill>
                  <a:srgbClr val="7030A0"/>
                </a:solidFill>
                <a:uFill>
                  <a:solidFill>
                    <a:srgbClr val="7030A0"/>
                  </a:solidFill>
                </a:uFill>
                <a:latin typeface="Trebuchet MS"/>
                <a:cs typeface="Trebuchet MS"/>
              </a:rPr>
              <a:t>new</a:t>
            </a:r>
            <a:r>
              <a:rPr dirty="0" u="heavy" sz="1800" spc="-40" b="1">
                <a:solidFill>
                  <a:srgbClr val="7030A0"/>
                </a:solidFill>
                <a:uFill>
                  <a:solidFill>
                    <a:srgbClr val="7030A0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heavy" sz="1800" b="1">
                <a:solidFill>
                  <a:srgbClr val="7030A0"/>
                </a:solidFill>
                <a:uFill>
                  <a:solidFill>
                    <a:srgbClr val="7030A0"/>
                  </a:solidFill>
                </a:uFill>
                <a:latin typeface="Trebuchet MS"/>
                <a:cs typeface="Trebuchet MS"/>
              </a:rPr>
              <a:t>line</a:t>
            </a:r>
            <a:r>
              <a:rPr dirty="0" u="heavy" sz="1800" spc="-35" b="1">
                <a:solidFill>
                  <a:srgbClr val="7030A0"/>
                </a:solidFill>
                <a:uFill>
                  <a:solidFill>
                    <a:srgbClr val="7030A0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heavy" sz="1800" spc="-10" b="1">
                <a:solidFill>
                  <a:srgbClr val="7030A0"/>
                </a:solidFill>
                <a:uFill>
                  <a:solidFill>
                    <a:srgbClr val="7030A0"/>
                  </a:solidFill>
                </a:uFill>
                <a:latin typeface="Trebuchet MS"/>
                <a:cs typeface="Trebuchet MS"/>
              </a:rPr>
              <a:t>character</a:t>
            </a:r>
            <a:r>
              <a:rPr dirty="0" sz="1800" spc="-10" b="1">
                <a:solidFill>
                  <a:srgbClr val="7030A0"/>
                </a:solidFill>
                <a:latin typeface="Trebuchet MS"/>
                <a:cs typeface="Trebuchet MS"/>
              </a:rPr>
              <a:t> </a:t>
            </a:r>
            <a:r>
              <a:rPr dirty="0" sz="1800" spc="-10" b="1">
                <a:solidFill>
                  <a:srgbClr val="FF0000"/>
                </a:solidFill>
                <a:latin typeface="Trebuchet MS"/>
                <a:cs typeface="Trebuchet MS"/>
              </a:rPr>
              <a:t>Syntax: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080"/>
              </a:spcBef>
            </a:pPr>
            <a:r>
              <a:rPr dirty="0" sz="1800">
                <a:latin typeface="Trebuchet MS"/>
                <a:cs typeface="Trebuchet MS"/>
              </a:rPr>
              <a:t>cout</a:t>
            </a:r>
            <a:r>
              <a:rPr dirty="0" sz="1800" spc="-4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&lt;&lt;</a:t>
            </a:r>
            <a:r>
              <a:rPr dirty="0" sz="1800" spc="-4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variable</a:t>
            </a:r>
            <a:r>
              <a:rPr dirty="0" sz="1800" spc="-4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1</a:t>
            </a:r>
            <a:r>
              <a:rPr dirty="0" sz="1800" spc="-3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&lt;&lt;</a:t>
            </a:r>
            <a:r>
              <a:rPr dirty="0" sz="1800" spc="-4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'\n'</a:t>
            </a:r>
            <a:r>
              <a:rPr dirty="0" sz="1800" spc="-4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&lt;&lt;</a:t>
            </a:r>
            <a:r>
              <a:rPr dirty="0" sz="1800" spc="-35">
                <a:latin typeface="Trebuchet MS"/>
                <a:cs typeface="Trebuchet MS"/>
              </a:rPr>
              <a:t> </a:t>
            </a:r>
            <a:r>
              <a:rPr dirty="0" sz="1800" spc="-10">
                <a:latin typeface="Trebuchet MS"/>
                <a:cs typeface="Trebuchet MS"/>
              </a:rPr>
              <a:t>variable2;</a:t>
            </a:r>
            <a:endParaRPr sz="1800">
              <a:latin typeface="Trebuchet MS"/>
              <a:cs typeface="Trebuchet MS"/>
            </a:endParaRPr>
          </a:p>
          <a:p>
            <a:pPr lvl="1" marL="469900" marR="5080" indent="-336550">
              <a:lnSpc>
                <a:spcPct val="115599"/>
              </a:lnSpc>
              <a:spcBef>
                <a:spcPts val="2085"/>
              </a:spcBef>
              <a:buChar char="●"/>
              <a:tabLst>
                <a:tab pos="469900" algn="l"/>
                <a:tab pos="591820" algn="l"/>
              </a:tabLst>
            </a:pPr>
            <a:r>
              <a:rPr dirty="0" sz="1400">
                <a:latin typeface="Arial MT"/>
                <a:cs typeface="Arial MT"/>
              </a:rPr>
              <a:t>	</a:t>
            </a:r>
            <a:r>
              <a:rPr dirty="0" sz="1800" b="1">
                <a:latin typeface="Trebuchet MS"/>
                <a:cs typeface="Trebuchet MS"/>
              </a:rPr>
              <a:t>It</a:t>
            </a:r>
            <a:r>
              <a:rPr dirty="0" sz="1800" spc="-45" b="1">
                <a:latin typeface="Trebuchet MS"/>
                <a:cs typeface="Trebuchet MS"/>
              </a:rPr>
              <a:t> </a:t>
            </a:r>
            <a:r>
              <a:rPr dirty="0" sz="1800" b="1">
                <a:latin typeface="Trebuchet MS"/>
                <a:cs typeface="Trebuchet MS"/>
              </a:rPr>
              <a:t>will</a:t>
            </a:r>
            <a:r>
              <a:rPr dirty="0" sz="1800" spc="-40" b="1">
                <a:latin typeface="Trebuchet MS"/>
                <a:cs typeface="Trebuchet MS"/>
              </a:rPr>
              <a:t> </a:t>
            </a:r>
            <a:r>
              <a:rPr dirty="0" sz="1800" b="1">
                <a:latin typeface="Trebuchet MS"/>
                <a:cs typeface="Trebuchet MS"/>
              </a:rPr>
              <a:t>print</a:t>
            </a:r>
            <a:r>
              <a:rPr dirty="0" sz="1800" spc="-45" b="1">
                <a:latin typeface="Trebuchet MS"/>
                <a:cs typeface="Trebuchet MS"/>
              </a:rPr>
              <a:t> </a:t>
            </a:r>
            <a:r>
              <a:rPr dirty="0" sz="1800" spc="-10" b="1">
                <a:latin typeface="Trebuchet MS"/>
                <a:cs typeface="Trebuchet MS"/>
              </a:rPr>
              <a:t>variable1's</a:t>
            </a:r>
            <a:r>
              <a:rPr dirty="0" sz="1800" spc="-40" b="1">
                <a:latin typeface="Trebuchet MS"/>
                <a:cs typeface="Trebuchet MS"/>
              </a:rPr>
              <a:t> </a:t>
            </a:r>
            <a:r>
              <a:rPr dirty="0" sz="1800" b="1">
                <a:latin typeface="Trebuchet MS"/>
                <a:cs typeface="Trebuchet MS"/>
              </a:rPr>
              <a:t>value</a:t>
            </a:r>
            <a:r>
              <a:rPr dirty="0" sz="1800" spc="-45" b="1">
                <a:latin typeface="Trebuchet MS"/>
                <a:cs typeface="Trebuchet MS"/>
              </a:rPr>
              <a:t> </a:t>
            </a:r>
            <a:r>
              <a:rPr dirty="0" sz="1800" b="1">
                <a:latin typeface="Trebuchet MS"/>
                <a:cs typeface="Trebuchet MS"/>
              </a:rPr>
              <a:t>and</a:t>
            </a:r>
            <a:r>
              <a:rPr dirty="0" sz="1800" spc="-40" b="1">
                <a:latin typeface="Trebuchet MS"/>
                <a:cs typeface="Trebuchet MS"/>
              </a:rPr>
              <a:t> </a:t>
            </a:r>
            <a:r>
              <a:rPr dirty="0" sz="1800" b="1">
                <a:latin typeface="Trebuchet MS"/>
                <a:cs typeface="Trebuchet MS"/>
              </a:rPr>
              <a:t>print</a:t>
            </a:r>
            <a:r>
              <a:rPr dirty="0" sz="1800" spc="-40" b="1">
                <a:latin typeface="Trebuchet MS"/>
                <a:cs typeface="Trebuchet MS"/>
              </a:rPr>
              <a:t> </a:t>
            </a:r>
            <a:r>
              <a:rPr dirty="0" sz="1800" b="1">
                <a:latin typeface="Trebuchet MS"/>
                <a:cs typeface="Trebuchet MS"/>
              </a:rPr>
              <a:t>a</a:t>
            </a:r>
            <a:r>
              <a:rPr dirty="0" sz="1800" spc="-45" b="1">
                <a:latin typeface="Trebuchet MS"/>
                <a:cs typeface="Trebuchet MS"/>
              </a:rPr>
              <a:t> </a:t>
            </a:r>
            <a:r>
              <a:rPr dirty="0" sz="1800" b="1">
                <a:latin typeface="Trebuchet MS"/>
                <a:cs typeface="Trebuchet MS"/>
              </a:rPr>
              <a:t>new</a:t>
            </a:r>
            <a:r>
              <a:rPr dirty="0" sz="1800" spc="-40" b="1">
                <a:latin typeface="Trebuchet MS"/>
                <a:cs typeface="Trebuchet MS"/>
              </a:rPr>
              <a:t> </a:t>
            </a:r>
            <a:r>
              <a:rPr dirty="0" sz="1800" b="1">
                <a:latin typeface="Trebuchet MS"/>
                <a:cs typeface="Trebuchet MS"/>
              </a:rPr>
              <a:t>line.</a:t>
            </a:r>
            <a:r>
              <a:rPr dirty="0" sz="1800" spc="-45" b="1">
                <a:latin typeface="Trebuchet MS"/>
                <a:cs typeface="Trebuchet MS"/>
              </a:rPr>
              <a:t> </a:t>
            </a:r>
            <a:r>
              <a:rPr dirty="0" sz="1800" spc="-20" b="1">
                <a:latin typeface="Trebuchet MS"/>
                <a:cs typeface="Trebuchet MS"/>
              </a:rPr>
              <a:t>Finally,</a:t>
            </a:r>
            <a:r>
              <a:rPr dirty="0" sz="1800" spc="-40" b="1">
                <a:latin typeface="Trebuchet MS"/>
                <a:cs typeface="Trebuchet MS"/>
              </a:rPr>
              <a:t> </a:t>
            </a:r>
            <a:r>
              <a:rPr dirty="0" sz="1800" b="1">
                <a:latin typeface="Trebuchet MS"/>
                <a:cs typeface="Trebuchet MS"/>
              </a:rPr>
              <a:t>it</a:t>
            </a:r>
            <a:r>
              <a:rPr dirty="0" sz="1800" spc="-40" b="1">
                <a:latin typeface="Trebuchet MS"/>
                <a:cs typeface="Trebuchet MS"/>
              </a:rPr>
              <a:t> </a:t>
            </a:r>
            <a:r>
              <a:rPr dirty="0" sz="1800" b="1">
                <a:latin typeface="Trebuchet MS"/>
                <a:cs typeface="Trebuchet MS"/>
              </a:rPr>
              <a:t>prints</a:t>
            </a:r>
            <a:r>
              <a:rPr dirty="0" sz="1800" spc="-45" b="1">
                <a:latin typeface="Trebuchet MS"/>
                <a:cs typeface="Trebuchet MS"/>
              </a:rPr>
              <a:t> </a:t>
            </a:r>
            <a:r>
              <a:rPr dirty="0" sz="1800" b="1">
                <a:latin typeface="Trebuchet MS"/>
                <a:cs typeface="Trebuchet MS"/>
              </a:rPr>
              <a:t>the</a:t>
            </a:r>
            <a:r>
              <a:rPr dirty="0" sz="1800" spc="-40" b="1">
                <a:latin typeface="Trebuchet MS"/>
                <a:cs typeface="Trebuchet MS"/>
              </a:rPr>
              <a:t> </a:t>
            </a:r>
            <a:r>
              <a:rPr dirty="0" sz="1800" spc="-10" b="1">
                <a:latin typeface="Trebuchet MS"/>
                <a:cs typeface="Trebuchet MS"/>
              </a:rPr>
              <a:t>variable2's</a:t>
            </a:r>
            <a:r>
              <a:rPr dirty="0" sz="1800" spc="-45" b="1">
                <a:latin typeface="Trebuchet MS"/>
                <a:cs typeface="Trebuchet MS"/>
              </a:rPr>
              <a:t> </a:t>
            </a:r>
            <a:r>
              <a:rPr dirty="0" sz="1800" b="1">
                <a:latin typeface="Trebuchet MS"/>
                <a:cs typeface="Trebuchet MS"/>
              </a:rPr>
              <a:t>value</a:t>
            </a:r>
            <a:r>
              <a:rPr dirty="0" sz="1800" spc="-40" b="1">
                <a:latin typeface="Trebuchet MS"/>
                <a:cs typeface="Trebuchet MS"/>
              </a:rPr>
              <a:t> </a:t>
            </a:r>
            <a:r>
              <a:rPr dirty="0" sz="1800" b="1">
                <a:latin typeface="Trebuchet MS"/>
                <a:cs typeface="Trebuchet MS"/>
              </a:rPr>
              <a:t>on</a:t>
            </a:r>
            <a:r>
              <a:rPr dirty="0" sz="1800" spc="-45" b="1">
                <a:latin typeface="Trebuchet MS"/>
                <a:cs typeface="Trebuchet MS"/>
              </a:rPr>
              <a:t> </a:t>
            </a:r>
            <a:r>
              <a:rPr dirty="0" sz="1800" spc="-50" b="1">
                <a:latin typeface="Trebuchet MS"/>
                <a:cs typeface="Trebuchet MS"/>
              </a:rPr>
              <a:t>a </a:t>
            </a:r>
            <a:r>
              <a:rPr dirty="0" sz="1800" b="1">
                <a:latin typeface="Trebuchet MS"/>
                <a:cs typeface="Trebuchet MS"/>
              </a:rPr>
              <a:t>new</a:t>
            </a:r>
            <a:r>
              <a:rPr dirty="0" sz="1800" spc="-55" b="1">
                <a:latin typeface="Trebuchet MS"/>
                <a:cs typeface="Trebuchet MS"/>
              </a:rPr>
              <a:t> </a:t>
            </a:r>
            <a:r>
              <a:rPr dirty="0" sz="1800" spc="-10" b="1">
                <a:latin typeface="Trebuchet MS"/>
                <a:cs typeface="Trebuchet MS"/>
              </a:rPr>
              <a:t>line.</a:t>
            </a:r>
            <a:endParaRPr sz="1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08684" rIns="0" bIns="0" rtlCol="0" vert="horz">
            <a:spAutoFit/>
          </a:bodyPr>
          <a:lstStyle/>
          <a:p>
            <a:pPr marL="149860">
              <a:lnSpc>
                <a:spcPct val="100000"/>
              </a:lnSpc>
              <a:spcBef>
                <a:spcPts val="100"/>
              </a:spcBef>
            </a:pPr>
            <a:r>
              <a:rPr dirty="0" sz="2800">
                <a:latin typeface="Trebuchet MS"/>
                <a:cs typeface="Trebuchet MS"/>
              </a:rPr>
              <a:t>Standard</a:t>
            </a:r>
            <a:r>
              <a:rPr dirty="0" sz="2800" spc="-50">
                <a:latin typeface="Trebuchet MS"/>
                <a:cs typeface="Trebuchet MS"/>
              </a:rPr>
              <a:t> </a:t>
            </a:r>
            <a:r>
              <a:rPr dirty="0" sz="2800">
                <a:latin typeface="Trebuchet MS"/>
                <a:cs typeface="Trebuchet MS"/>
              </a:rPr>
              <a:t>Output</a:t>
            </a:r>
            <a:r>
              <a:rPr dirty="0" sz="2800" spc="-50">
                <a:latin typeface="Trebuchet MS"/>
                <a:cs typeface="Trebuchet MS"/>
              </a:rPr>
              <a:t> </a:t>
            </a:r>
            <a:r>
              <a:rPr dirty="0" sz="2800">
                <a:latin typeface="Trebuchet MS"/>
                <a:cs typeface="Trebuchet MS"/>
              </a:rPr>
              <a:t>Stream</a:t>
            </a:r>
            <a:r>
              <a:rPr dirty="0" sz="2800" spc="-45">
                <a:latin typeface="Trebuchet MS"/>
                <a:cs typeface="Trebuchet MS"/>
              </a:rPr>
              <a:t> </a:t>
            </a:r>
            <a:r>
              <a:rPr dirty="0" sz="2800" spc="-10">
                <a:latin typeface="Trebuchet MS"/>
                <a:cs typeface="Trebuchet MS"/>
              </a:rPr>
              <a:t>-</a:t>
            </a:r>
            <a:r>
              <a:rPr dirty="0" sz="2800">
                <a:latin typeface="Trebuchet MS"/>
                <a:cs typeface="Trebuchet MS"/>
              </a:rPr>
              <a:t>-</a:t>
            </a:r>
            <a:r>
              <a:rPr dirty="0" sz="2800" spc="-50">
                <a:latin typeface="Trebuchet MS"/>
                <a:cs typeface="Trebuchet MS"/>
              </a:rPr>
              <a:t> </a:t>
            </a:r>
            <a:r>
              <a:rPr dirty="0" sz="2800" spc="-20">
                <a:latin typeface="Trebuchet MS"/>
                <a:cs typeface="Trebuchet MS"/>
              </a:rPr>
              <a:t>cout</a:t>
            </a:r>
            <a:endParaRPr sz="2800">
              <a:latin typeface="Trebuchet MS"/>
              <a:cs typeface="Trebuchet MS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719150" y="1995771"/>
            <a:ext cx="9589770" cy="24942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6824345">
              <a:lnSpc>
                <a:spcPct val="150000"/>
              </a:lnSpc>
              <a:spcBef>
                <a:spcPts val="100"/>
              </a:spcBef>
            </a:pPr>
            <a:r>
              <a:rPr dirty="0" u="heavy" sz="1800" b="1">
                <a:solidFill>
                  <a:srgbClr val="7030A0"/>
                </a:solidFill>
                <a:uFill>
                  <a:solidFill>
                    <a:srgbClr val="7030A0"/>
                  </a:solidFill>
                </a:uFill>
                <a:latin typeface="Trebuchet MS"/>
                <a:cs typeface="Trebuchet MS"/>
              </a:rPr>
              <a:t>Using</a:t>
            </a:r>
            <a:r>
              <a:rPr dirty="0" u="heavy" sz="1800" spc="-50" b="1">
                <a:solidFill>
                  <a:srgbClr val="7030A0"/>
                </a:solidFill>
                <a:uFill>
                  <a:solidFill>
                    <a:srgbClr val="7030A0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heavy" sz="1800" b="1">
                <a:solidFill>
                  <a:srgbClr val="7030A0"/>
                </a:solidFill>
                <a:uFill>
                  <a:solidFill>
                    <a:srgbClr val="7030A0"/>
                  </a:solidFill>
                </a:uFill>
                <a:latin typeface="Trebuchet MS"/>
                <a:cs typeface="Trebuchet MS"/>
              </a:rPr>
              <a:t>endl,</a:t>
            </a:r>
            <a:r>
              <a:rPr dirty="0" u="heavy" sz="1800" spc="-50" b="1">
                <a:solidFill>
                  <a:srgbClr val="7030A0"/>
                </a:solidFill>
                <a:uFill>
                  <a:solidFill>
                    <a:srgbClr val="7030A0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heavy" sz="1800" b="1">
                <a:solidFill>
                  <a:srgbClr val="7030A0"/>
                </a:solidFill>
                <a:uFill>
                  <a:solidFill>
                    <a:srgbClr val="7030A0"/>
                  </a:solidFill>
                </a:uFill>
                <a:latin typeface="Trebuchet MS"/>
                <a:cs typeface="Trebuchet MS"/>
              </a:rPr>
              <a:t>a</a:t>
            </a:r>
            <a:r>
              <a:rPr dirty="0" u="heavy" sz="1800" spc="-45" b="1">
                <a:solidFill>
                  <a:srgbClr val="7030A0"/>
                </a:solidFill>
                <a:uFill>
                  <a:solidFill>
                    <a:srgbClr val="7030A0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heavy" sz="1800" spc="-10" b="1">
                <a:solidFill>
                  <a:srgbClr val="7030A0"/>
                </a:solidFill>
                <a:uFill>
                  <a:solidFill>
                    <a:srgbClr val="7030A0"/>
                  </a:solidFill>
                </a:uFill>
                <a:latin typeface="Trebuchet MS"/>
                <a:cs typeface="Trebuchet MS"/>
              </a:rPr>
              <a:t>manipulator</a:t>
            </a:r>
            <a:r>
              <a:rPr dirty="0" sz="1800" spc="-10" b="1">
                <a:solidFill>
                  <a:srgbClr val="7030A0"/>
                </a:solidFill>
                <a:latin typeface="Trebuchet MS"/>
                <a:cs typeface="Trebuchet MS"/>
              </a:rPr>
              <a:t> </a:t>
            </a:r>
            <a:r>
              <a:rPr dirty="0" sz="1800" spc="-10" b="1">
                <a:solidFill>
                  <a:srgbClr val="FF0000"/>
                </a:solidFill>
                <a:latin typeface="Trebuchet MS"/>
                <a:cs typeface="Trebuchet MS"/>
              </a:rPr>
              <a:t>Syntax:</a:t>
            </a:r>
            <a:endParaRPr sz="1800">
              <a:latin typeface="Trebuchet MS"/>
              <a:cs typeface="Trebuchet MS"/>
            </a:endParaRPr>
          </a:p>
          <a:p>
            <a:pPr marL="469900">
              <a:lnSpc>
                <a:spcPct val="100000"/>
              </a:lnSpc>
              <a:spcBef>
                <a:spcPts val="1080"/>
              </a:spcBef>
            </a:pPr>
            <a:r>
              <a:rPr dirty="0" sz="1800">
                <a:latin typeface="Trebuchet MS"/>
                <a:cs typeface="Trebuchet MS"/>
              </a:rPr>
              <a:t>cout</a:t>
            </a:r>
            <a:r>
              <a:rPr dirty="0" sz="1800" spc="-5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&lt;&lt;</a:t>
            </a:r>
            <a:r>
              <a:rPr dirty="0" sz="1800" spc="-4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variable1</a:t>
            </a:r>
            <a:r>
              <a:rPr dirty="0" sz="1800" spc="-5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&lt;&lt;</a:t>
            </a:r>
            <a:r>
              <a:rPr dirty="0" sz="1800" spc="-4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endl</a:t>
            </a:r>
            <a:r>
              <a:rPr dirty="0" sz="1800" spc="-4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&lt;&lt;</a:t>
            </a:r>
            <a:r>
              <a:rPr dirty="0" sz="1800" spc="-50">
                <a:latin typeface="Trebuchet MS"/>
                <a:cs typeface="Trebuchet MS"/>
              </a:rPr>
              <a:t> </a:t>
            </a:r>
            <a:r>
              <a:rPr dirty="0" sz="1800" spc="-10">
                <a:latin typeface="Trebuchet MS"/>
                <a:cs typeface="Trebuchet MS"/>
              </a:rPr>
              <a:t>variable2;</a:t>
            </a:r>
            <a:endParaRPr sz="18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endParaRPr sz="18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35"/>
              </a:spcBef>
            </a:pPr>
            <a:endParaRPr sz="1800">
              <a:latin typeface="Trebuchet MS"/>
              <a:cs typeface="Trebuchet MS"/>
            </a:endParaRPr>
          </a:p>
          <a:p>
            <a:pPr marL="297815" indent="-251460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297815" algn="l"/>
              </a:tabLst>
            </a:pPr>
            <a:r>
              <a:rPr dirty="0" sz="1800">
                <a:latin typeface="Trebuchet MS"/>
                <a:cs typeface="Trebuchet MS"/>
              </a:rPr>
              <a:t>A</a:t>
            </a:r>
            <a:r>
              <a:rPr dirty="0" sz="1800" spc="-135">
                <a:latin typeface="Trebuchet MS"/>
                <a:cs typeface="Trebuchet MS"/>
              </a:rPr>
              <a:t> </a:t>
            </a:r>
            <a:r>
              <a:rPr dirty="0" sz="1800" spc="-10">
                <a:latin typeface="Trebuchet MS"/>
                <a:cs typeface="Trebuchet MS"/>
              </a:rPr>
              <a:t>manipulator</a:t>
            </a:r>
            <a:r>
              <a:rPr dirty="0" sz="1800" spc="-5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in</a:t>
            </a:r>
            <a:r>
              <a:rPr dirty="0" sz="1800" spc="-4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C++</a:t>
            </a:r>
            <a:r>
              <a:rPr dirty="0" sz="1800" spc="-4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changes</a:t>
            </a:r>
            <a:r>
              <a:rPr dirty="0" sz="1800" spc="-4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the</a:t>
            </a:r>
            <a:r>
              <a:rPr dirty="0" sz="1800" spc="-4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behavior</a:t>
            </a:r>
            <a:r>
              <a:rPr dirty="0" sz="1800" spc="-4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of</a:t>
            </a:r>
            <a:r>
              <a:rPr dirty="0" sz="1800" spc="-4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an</a:t>
            </a:r>
            <a:r>
              <a:rPr dirty="0" sz="1800" spc="-4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input</a:t>
            </a:r>
            <a:r>
              <a:rPr dirty="0" sz="1800" spc="-4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or</a:t>
            </a:r>
            <a:r>
              <a:rPr dirty="0" sz="1800" spc="-4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output</a:t>
            </a:r>
            <a:r>
              <a:rPr dirty="0" sz="1800" spc="-45">
                <a:latin typeface="Trebuchet MS"/>
                <a:cs typeface="Trebuchet MS"/>
              </a:rPr>
              <a:t> </a:t>
            </a:r>
            <a:r>
              <a:rPr dirty="0" sz="1800" spc="-10">
                <a:latin typeface="Trebuchet MS"/>
                <a:cs typeface="Trebuchet MS"/>
              </a:rPr>
              <a:t>stream.</a:t>
            </a:r>
            <a:endParaRPr sz="1800">
              <a:latin typeface="Trebuchet MS"/>
              <a:cs typeface="Trebuchet MS"/>
            </a:endParaRPr>
          </a:p>
          <a:p>
            <a:pPr marL="297815" indent="-251460">
              <a:lnSpc>
                <a:spcPct val="100000"/>
              </a:lnSpc>
              <a:spcBef>
                <a:spcPts val="1080"/>
              </a:spcBef>
              <a:buFont typeface="Arial MT"/>
              <a:buChar char="•"/>
              <a:tabLst>
                <a:tab pos="297815" algn="l"/>
              </a:tabLst>
            </a:pPr>
            <a:r>
              <a:rPr dirty="0" sz="1800">
                <a:latin typeface="Trebuchet MS"/>
                <a:cs typeface="Trebuchet MS"/>
              </a:rPr>
              <a:t>endl</a:t>
            </a:r>
            <a:r>
              <a:rPr dirty="0" sz="1800" spc="-40">
                <a:latin typeface="Trebuchet MS"/>
                <a:cs typeface="Trebuchet MS"/>
              </a:rPr>
              <a:t> </a:t>
            </a:r>
            <a:r>
              <a:rPr dirty="0" sz="1800" spc="-10">
                <a:latin typeface="Trebuchet MS"/>
                <a:cs typeface="Trebuchet MS"/>
              </a:rPr>
              <a:t>manipulator</a:t>
            </a:r>
            <a:r>
              <a:rPr dirty="0" sz="1800" spc="-3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is</a:t>
            </a:r>
            <a:r>
              <a:rPr dirty="0" sz="1800" spc="-3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a</a:t>
            </a:r>
            <a:r>
              <a:rPr dirty="0" sz="1800" spc="-3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part</a:t>
            </a:r>
            <a:r>
              <a:rPr dirty="0" sz="1800" spc="-3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of</a:t>
            </a:r>
            <a:r>
              <a:rPr dirty="0" sz="1800" spc="-3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the</a:t>
            </a:r>
            <a:r>
              <a:rPr dirty="0" sz="1800" spc="-3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std</a:t>
            </a:r>
            <a:r>
              <a:rPr dirty="0" sz="1800" spc="-35">
                <a:latin typeface="Trebuchet MS"/>
                <a:cs typeface="Trebuchet MS"/>
              </a:rPr>
              <a:t> </a:t>
            </a:r>
            <a:r>
              <a:rPr dirty="0" sz="1800" spc="-10">
                <a:latin typeface="Trebuchet MS"/>
                <a:cs typeface="Trebuchet MS"/>
              </a:rPr>
              <a:t>namespace</a:t>
            </a:r>
            <a:r>
              <a:rPr dirty="0" sz="1800" spc="-3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and</a:t>
            </a:r>
            <a:r>
              <a:rPr dirty="0" sz="1800" spc="-3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can</a:t>
            </a:r>
            <a:r>
              <a:rPr dirty="0" sz="1800" spc="-3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also</a:t>
            </a:r>
            <a:r>
              <a:rPr dirty="0" sz="1800" spc="-3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be</a:t>
            </a:r>
            <a:r>
              <a:rPr dirty="0" sz="1800" spc="-3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used</a:t>
            </a:r>
            <a:r>
              <a:rPr dirty="0" sz="1800" spc="-3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to</a:t>
            </a:r>
            <a:r>
              <a:rPr dirty="0" sz="1800" spc="-3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insert</a:t>
            </a:r>
            <a:r>
              <a:rPr dirty="0" sz="1800" spc="-3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a</a:t>
            </a:r>
            <a:r>
              <a:rPr dirty="0" sz="1800" spc="-3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new</a:t>
            </a:r>
            <a:r>
              <a:rPr dirty="0" sz="1800" spc="-35">
                <a:latin typeface="Trebuchet MS"/>
                <a:cs typeface="Trebuchet MS"/>
              </a:rPr>
              <a:t> </a:t>
            </a:r>
            <a:r>
              <a:rPr dirty="0" sz="1800" spc="-10">
                <a:latin typeface="Trebuchet MS"/>
                <a:cs typeface="Trebuchet MS"/>
              </a:rPr>
              <a:t>line.</a:t>
            </a:r>
            <a:endParaRPr sz="1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08684" rIns="0" bIns="0" rtlCol="0" vert="horz">
            <a:spAutoFit/>
          </a:bodyPr>
          <a:lstStyle/>
          <a:p>
            <a:pPr marL="51435">
              <a:lnSpc>
                <a:spcPct val="100000"/>
              </a:lnSpc>
              <a:spcBef>
                <a:spcPts val="100"/>
              </a:spcBef>
            </a:pPr>
            <a:r>
              <a:rPr dirty="0" sz="2800">
                <a:latin typeface="Trebuchet MS"/>
                <a:cs typeface="Trebuchet MS"/>
              </a:rPr>
              <a:t>Standard</a:t>
            </a:r>
            <a:r>
              <a:rPr dirty="0" sz="2800" spc="-50">
                <a:latin typeface="Trebuchet MS"/>
                <a:cs typeface="Trebuchet MS"/>
              </a:rPr>
              <a:t> </a:t>
            </a:r>
            <a:r>
              <a:rPr dirty="0" sz="2800">
                <a:latin typeface="Trebuchet MS"/>
                <a:cs typeface="Trebuchet MS"/>
              </a:rPr>
              <a:t>Output</a:t>
            </a:r>
            <a:r>
              <a:rPr dirty="0" sz="2800" spc="-50">
                <a:latin typeface="Trebuchet MS"/>
                <a:cs typeface="Trebuchet MS"/>
              </a:rPr>
              <a:t> </a:t>
            </a:r>
            <a:r>
              <a:rPr dirty="0" sz="2800">
                <a:latin typeface="Trebuchet MS"/>
                <a:cs typeface="Trebuchet MS"/>
              </a:rPr>
              <a:t>Stream</a:t>
            </a:r>
            <a:r>
              <a:rPr dirty="0" sz="2800" spc="-45">
                <a:latin typeface="Trebuchet MS"/>
                <a:cs typeface="Trebuchet MS"/>
              </a:rPr>
              <a:t> </a:t>
            </a:r>
            <a:r>
              <a:rPr dirty="0" sz="2800" spc="-10">
                <a:latin typeface="Trebuchet MS"/>
                <a:cs typeface="Trebuchet MS"/>
              </a:rPr>
              <a:t>-</a:t>
            </a:r>
            <a:r>
              <a:rPr dirty="0" sz="2800">
                <a:latin typeface="Trebuchet MS"/>
                <a:cs typeface="Trebuchet MS"/>
              </a:rPr>
              <a:t>-</a:t>
            </a:r>
            <a:r>
              <a:rPr dirty="0" sz="2800" spc="-50">
                <a:latin typeface="Trebuchet MS"/>
                <a:cs typeface="Trebuchet MS"/>
              </a:rPr>
              <a:t> </a:t>
            </a:r>
            <a:r>
              <a:rPr dirty="0" sz="2800" spc="-20">
                <a:latin typeface="Trebuchet MS"/>
                <a:cs typeface="Trebuchet MS"/>
              </a:rPr>
              <a:t>cout</a:t>
            </a:r>
            <a:endParaRPr sz="2800">
              <a:latin typeface="Trebuchet MS"/>
              <a:cs typeface="Trebuchet MS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680249" y="1956980"/>
            <a:ext cx="3423920" cy="39890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0070C0"/>
                </a:solidFill>
                <a:latin typeface="Trebuchet MS"/>
                <a:cs typeface="Trebuchet MS"/>
              </a:rPr>
              <a:t>C++</a:t>
            </a:r>
            <a:r>
              <a:rPr dirty="0" sz="1800" spc="-45" b="1">
                <a:solidFill>
                  <a:srgbClr val="0070C0"/>
                </a:solidFill>
                <a:latin typeface="Trebuchet MS"/>
                <a:cs typeface="Trebuchet MS"/>
              </a:rPr>
              <a:t> </a:t>
            </a:r>
            <a:r>
              <a:rPr dirty="0" sz="1800" spc="-10" b="1">
                <a:solidFill>
                  <a:srgbClr val="0070C0"/>
                </a:solidFill>
                <a:latin typeface="Trebuchet MS"/>
                <a:cs typeface="Trebuchet MS"/>
              </a:rPr>
              <a:t>Program</a:t>
            </a:r>
            <a:r>
              <a:rPr dirty="0" sz="1800" spc="-45" b="1">
                <a:solidFill>
                  <a:srgbClr val="0070C0"/>
                </a:solidFill>
                <a:latin typeface="Trebuchet MS"/>
                <a:cs typeface="Trebuchet MS"/>
              </a:rPr>
              <a:t> </a:t>
            </a:r>
            <a:r>
              <a:rPr dirty="0" sz="1800" b="1">
                <a:solidFill>
                  <a:srgbClr val="0070C0"/>
                </a:solidFill>
                <a:latin typeface="Trebuchet MS"/>
                <a:cs typeface="Trebuchet MS"/>
              </a:rPr>
              <a:t>using</a:t>
            </a:r>
            <a:r>
              <a:rPr dirty="0" sz="1800" spc="-45" b="1">
                <a:solidFill>
                  <a:srgbClr val="0070C0"/>
                </a:solidFill>
                <a:latin typeface="Trebuchet MS"/>
                <a:cs typeface="Trebuchet MS"/>
              </a:rPr>
              <a:t> </a:t>
            </a:r>
            <a:r>
              <a:rPr dirty="0" sz="1800" spc="-20" b="1">
                <a:solidFill>
                  <a:srgbClr val="0070C0"/>
                </a:solidFill>
                <a:latin typeface="Trebuchet MS"/>
                <a:cs typeface="Trebuchet MS"/>
              </a:rPr>
              <a:t>cout</a:t>
            </a:r>
            <a:endParaRPr sz="1800">
              <a:latin typeface="Trebuchet MS"/>
              <a:cs typeface="Trebuchet MS"/>
            </a:endParaRPr>
          </a:p>
          <a:p>
            <a:pPr marL="165100" marR="1304290" indent="-61594">
              <a:lnSpc>
                <a:spcPct val="162500"/>
              </a:lnSpc>
              <a:spcBef>
                <a:spcPts val="965"/>
              </a:spcBef>
            </a:pPr>
            <a:r>
              <a:rPr dirty="0" sz="1600" spc="-10">
                <a:latin typeface="Trebuchet MS"/>
                <a:cs typeface="Trebuchet MS"/>
              </a:rPr>
              <a:t>#include&lt;iostream&gt; </a:t>
            </a:r>
            <a:r>
              <a:rPr dirty="0" sz="1600">
                <a:latin typeface="Trebuchet MS"/>
                <a:cs typeface="Trebuchet MS"/>
              </a:rPr>
              <a:t>using</a:t>
            </a:r>
            <a:r>
              <a:rPr dirty="0" sz="1600" spc="-55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namespace</a:t>
            </a:r>
            <a:r>
              <a:rPr dirty="0" sz="1600" spc="-55">
                <a:latin typeface="Trebuchet MS"/>
                <a:cs typeface="Trebuchet MS"/>
              </a:rPr>
              <a:t> </a:t>
            </a:r>
            <a:r>
              <a:rPr dirty="0" sz="1600" spc="-20">
                <a:latin typeface="Trebuchet MS"/>
                <a:cs typeface="Trebuchet MS"/>
              </a:rPr>
              <a:t>std; </a:t>
            </a:r>
            <a:r>
              <a:rPr dirty="0" sz="1600">
                <a:latin typeface="Trebuchet MS"/>
                <a:cs typeface="Trebuchet MS"/>
              </a:rPr>
              <a:t>int</a:t>
            </a:r>
            <a:r>
              <a:rPr dirty="0" sz="1600" spc="-35">
                <a:latin typeface="Trebuchet MS"/>
                <a:cs typeface="Trebuchet MS"/>
              </a:rPr>
              <a:t> </a:t>
            </a:r>
            <a:r>
              <a:rPr dirty="0" sz="1600" spc="-10">
                <a:latin typeface="Trebuchet MS"/>
                <a:cs typeface="Trebuchet MS"/>
              </a:rPr>
              <a:t>main()</a:t>
            </a:r>
            <a:endParaRPr sz="1600">
              <a:latin typeface="Trebuchet MS"/>
              <a:cs typeface="Trebuchet MS"/>
            </a:endParaRPr>
          </a:p>
          <a:p>
            <a:pPr marL="103505">
              <a:lnSpc>
                <a:spcPct val="100000"/>
              </a:lnSpc>
              <a:spcBef>
                <a:spcPts val="1200"/>
              </a:spcBef>
            </a:pPr>
            <a:r>
              <a:rPr dirty="0" sz="1600" spc="-50">
                <a:latin typeface="Trebuchet MS"/>
                <a:cs typeface="Trebuchet MS"/>
              </a:rPr>
              <a:t>{</a:t>
            </a:r>
            <a:endParaRPr sz="1600">
              <a:latin typeface="Trebuchet MS"/>
              <a:cs typeface="Trebuchet MS"/>
            </a:endParaRPr>
          </a:p>
          <a:p>
            <a:pPr marL="103505" marR="5080">
              <a:lnSpc>
                <a:spcPct val="162500"/>
              </a:lnSpc>
            </a:pPr>
            <a:r>
              <a:rPr dirty="0" sz="1600" spc="-20">
                <a:latin typeface="Trebuchet MS"/>
                <a:cs typeface="Trebuchet MS"/>
              </a:rPr>
              <a:t>cout&lt;&lt;"Welcome</a:t>
            </a:r>
            <a:r>
              <a:rPr dirty="0" sz="1600" spc="-5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to </a:t>
            </a:r>
            <a:r>
              <a:rPr dirty="0" sz="1600" spc="-10">
                <a:latin typeface="Trebuchet MS"/>
                <a:cs typeface="Trebuchet MS"/>
              </a:rPr>
              <a:t>MU\n"; </a:t>
            </a:r>
            <a:r>
              <a:rPr dirty="0" sz="1600" spc="-20">
                <a:latin typeface="Trebuchet MS"/>
                <a:cs typeface="Trebuchet MS"/>
              </a:rPr>
              <a:t>cout&lt;&lt;"Welcome</a:t>
            </a:r>
            <a:r>
              <a:rPr dirty="0" sz="1600" spc="20">
                <a:latin typeface="Trebuchet MS"/>
                <a:cs typeface="Trebuchet MS"/>
              </a:rPr>
              <a:t> </a:t>
            </a:r>
            <a:r>
              <a:rPr dirty="0" sz="1600" spc="-10">
                <a:latin typeface="Trebuchet MS"/>
                <a:cs typeface="Trebuchet MS"/>
              </a:rPr>
              <a:t>to\nMU"; </a:t>
            </a:r>
            <a:r>
              <a:rPr dirty="0" sz="1600" spc="-20">
                <a:latin typeface="Trebuchet MS"/>
                <a:cs typeface="Trebuchet MS"/>
              </a:rPr>
              <a:t>cout&lt;&lt;"\nWelcome</a:t>
            </a:r>
            <a:r>
              <a:rPr dirty="0" sz="1600" spc="35">
                <a:latin typeface="Trebuchet MS"/>
                <a:cs typeface="Trebuchet MS"/>
              </a:rPr>
              <a:t> </a:t>
            </a:r>
            <a:r>
              <a:rPr dirty="0" sz="1600" spc="-10">
                <a:latin typeface="Trebuchet MS"/>
                <a:cs typeface="Trebuchet MS"/>
              </a:rPr>
              <a:t>to"&lt;&lt;endl&lt;&lt;"MU"; </a:t>
            </a:r>
            <a:r>
              <a:rPr dirty="0" sz="1600">
                <a:latin typeface="Trebuchet MS"/>
                <a:cs typeface="Trebuchet MS"/>
              </a:rPr>
              <a:t>return</a:t>
            </a:r>
            <a:r>
              <a:rPr dirty="0" sz="1600" spc="-80">
                <a:latin typeface="Trebuchet MS"/>
                <a:cs typeface="Trebuchet MS"/>
              </a:rPr>
              <a:t> </a:t>
            </a:r>
            <a:r>
              <a:rPr dirty="0" sz="1600" spc="-25">
                <a:latin typeface="Trebuchet MS"/>
                <a:cs typeface="Trebuchet MS"/>
              </a:rPr>
              <a:t>0;</a:t>
            </a:r>
            <a:endParaRPr sz="1600">
              <a:latin typeface="Trebuchet MS"/>
              <a:cs typeface="Trebuchet MS"/>
            </a:endParaRPr>
          </a:p>
          <a:p>
            <a:pPr marL="103505">
              <a:lnSpc>
                <a:spcPct val="100000"/>
              </a:lnSpc>
              <a:spcBef>
                <a:spcPts val="1200"/>
              </a:spcBef>
            </a:pPr>
            <a:r>
              <a:rPr dirty="0" sz="1600" spc="-50">
                <a:latin typeface="Trebuchet MS"/>
                <a:cs typeface="Trebuchet MS"/>
              </a:rPr>
              <a:t>}</a:t>
            </a:r>
            <a:endParaRPr sz="1600">
              <a:latin typeface="Trebuchet MS"/>
              <a:cs typeface="Trebuchet MS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065174" y="3230214"/>
            <a:ext cx="3224376" cy="126797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84299" rIns="0" bIns="0" rtlCol="0" vert="horz">
            <a:spAutoFit/>
          </a:bodyPr>
          <a:lstStyle/>
          <a:p>
            <a:pPr marL="51435">
              <a:lnSpc>
                <a:spcPct val="100000"/>
              </a:lnSpc>
              <a:spcBef>
                <a:spcPts val="100"/>
              </a:spcBef>
            </a:pPr>
            <a:r>
              <a:rPr dirty="0" sz="2800">
                <a:latin typeface="Trebuchet MS"/>
                <a:cs typeface="Trebuchet MS"/>
              </a:rPr>
              <a:t>Standard</a:t>
            </a:r>
            <a:r>
              <a:rPr dirty="0" sz="2800" spc="-50">
                <a:latin typeface="Trebuchet MS"/>
                <a:cs typeface="Trebuchet MS"/>
              </a:rPr>
              <a:t> </a:t>
            </a:r>
            <a:r>
              <a:rPr dirty="0" sz="2800">
                <a:latin typeface="Trebuchet MS"/>
                <a:cs typeface="Trebuchet MS"/>
              </a:rPr>
              <a:t>Output</a:t>
            </a:r>
            <a:r>
              <a:rPr dirty="0" sz="2800" spc="-50">
                <a:latin typeface="Trebuchet MS"/>
                <a:cs typeface="Trebuchet MS"/>
              </a:rPr>
              <a:t> </a:t>
            </a:r>
            <a:r>
              <a:rPr dirty="0" sz="2800">
                <a:latin typeface="Trebuchet MS"/>
                <a:cs typeface="Trebuchet MS"/>
              </a:rPr>
              <a:t>Stream</a:t>
            </a:r>
            <a:r>
              <a:rPr dirty="0" sz="2800" spc="-45">
                <a:latin typeface="Trebuchet MS"/>
                <a:cs typeface="Trebuchet MS"/>
              </a:rPr>
              <a:t> </a:t>
            </a:r>
            <a:r>
              <a:rPr dirty="0" sz="2800" spc="-10">
                <a:latin typeface="Trebuchet MS"/>
                <a:cs typeface="Trebuchet MS"/>
              </a:rPr>
              <a:t>-</a:t>
            </a:r>
            <a:r>
              <a:rPr dirty="0" sz="2800">
                <a:latin typeface="Trebuchet MS"/>
                <a:cs typeface="Trebuchet MS"/>
              </a:rPr>
              <a:t>-</a:t>
            </a:r>
            <a:r>
              <a:rPr dirty="0" sz="2800" spc="-50">
                <a:latin typeface="Trebuchet MS"/>
                <a:cs typeface="Trebuchet MS"/>
              </a:rPr>
              <a:t> </a:t>
            </a:r>
            <a:r>
              <a:rPr dirty="0" sz="2800" spc="-25">
                <a:latin typeface="Trebuchet MS"/>
                <a:cs typeface="Trebuchet MS"/>
              </a:rPr>
              <a:t>cin</a:t>
            </a:r>
            <a:endParaRPr sz="2800">
              <a:latin typeface="Trebuchet MS"/>
              <a:cs typeface="Trebuchet MS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680249" y="2084996"/>
            <a:ext cx="10039985" cy="3128645"/>
          </a:xfrm>
          <a:prstGeom prst="rect">
            <a:avLst/>
          </a:prstGeom>
        </p:spPr>
        <p:txBody>
          <a:bodyPr wrap="square" lIns="0" tIns="55244" rIns="0" bIns="0" rtlCol="0" vert="horz">
            <a:spAutoFit/>
          </a:bodyPr>
          <a:lstStyle/>
          <a:p>
            <a:pPr marL="591820" indent="-443865">
              <a:lnSpc>
                <a:spcPct val="100000"/>
              </a:lnSpc>
              <a:spcBef>
                <a:spcPts val="434"/>
              </a:spcBef>
              <a:buSzPct val="77777"/>
              <a:buChar char="•"/>
              <a:tabLst>
                <a:tab pos="591820" algn="l"/>
              </a:tabLst>
            </a:pPr>
            <a:r>
              <a:rPr dirty="0" sz="1800">
                <a:latin typeface="Trebuchet MS"/>
                <a:cs typeface="Trebuchet MS"/>
              </a:rPr>
              <a:t>It</a:t>
            </a:r>
            <a:r>
              <a:rPr dirty="0" sz="1800" spc="-4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is</a:t>
            </a:r>
            <a:r>
              <a:rPr dirty="0" sz="1800" spc="-4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an</a:t>
            </a:r>
            <a:r>
              <a:rPr dirty="0" sz="1800" spc="-4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instance</a:t>
            </a:r>
            <a:r>
              <a:rPr dirty="0" sz="1800" spc="-4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of</a:t>
            </a:r>
            <a:r>
              <a:rPr dirty="0" sz="1800" spc="-4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the</a:t>
            </a:r>
            <a:r>
              <a:rPr dirty="0" sz="1800" spc="-4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istream</a:t>
            </a:r>
            <a:r>
              <a:rPr dirty="0" sz="1800" spc="-40">
                <a:latin typeface="Trebuchet MS"/>
                <a:cs typeface="Trebuchet MS"/>
              </a:rPr>
              <a:t> </a:t>
            </a:r>
            <a:r>
              <a:rPr dirty="0" sz="1800" spc="-10">
                <a:latin typeface="Trebuchet MS"/>
                <a:cs typeface="Trebuchet MS"/>
              </a:rPr>
              <a:t>class.</a:t>
            </a:r>
            <a:endParaRPr sz="1800">
              <a:latin typeface="Trebuchet MS"/>
              <a:cs typeface="Trebuchet MS"/>
            </a:endParaRPr>
          </a:p>
          <a:p>
            <a:pPr marL="297815" indent="-251460">
              <a:lnSpc>
                <a:spcPct val="100000"/>
              </a:lnSpc>
              <a:spcBef>
                <a:spcPts val="335"/>
              </a:spcBef>
              <a:buFont typeface="Arial MT"/>
              <a:buChar char="•"/>
              <a:tabLst>
                <a:tab pos="297815" algn="l"/>
              </a:tabLst>
            </a:pPr>
            <a:r>
              <a:rPr dirty="0" sz="1800">
                <a:latin typeface="Trebuchet MS"/>
                <a:cs typeface="Trebuchet MS"/>
              </a:rPr>
              <a:t>It</a:t>
            </a:r>
            <a:r>
              <a:rPr dirty="0" sz="1800" spc="-6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reads</a:t>
            </a:r>
            <a:r>
              <a:rPr dirty="0" sz="1800" spc="-6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input</a:t>
            </a:r>
            <a:r>
              <a:rPr dirty="0" sz="1800" spc="-5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from</a:t>
            </a:r>
            <a:r>
              <a:rPr dirty="0" sz="1800" spc="-6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the</a:t>
            </a:r>
            <a:r>
              <a:rPr dirty="0" sz="1800" spc="-6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standard</a:t>
            </a:r>
            <a:r>
              <a:rPr dirty="0" sz="1800" spc="-5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input</a:t>
            </a:r>
            <a:r>
              <a:rPr dirty="0" sz="1800" spc="-6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device,</a:t>
            </a:r>
            <a:r>
              <a:rPr dirty="0" sz="1800" spc="-5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i.e.,</a:t>
            </a:r>
            <a:r>
              <a:rPr dirty="0" sz="1800" spc="-6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the</a:t>
            </a:r>
            <a:r>
              <a:rPr dirty="0" sz="1800" spc="-60">
                <a:latin typeface="Trebuchet MS"/>
                <a:cs typeface="Trebuchet MS"/>
              </a:rPr>
              <a:t> </a:t>
            </a:r>
            <a:r>
              <a:rPr dirty="0" sz="1800" spc="-10">
                <a:latin typeface="Trebuchet MS"/>
                <a:cs typeface="Trebuchet MS"/>
              </a:rPr>
              <a:t>keyboard.</a:t>
            </a:r>
            <a:endParaRPr sz="1800">
              <a:latin typeface="Trebuchet MS"/>
              <a:cs typeface="Trebuchet MS"/>
            </a:endParaRPr>
          </a:p>
          <a:p>
            <a:pPr marL="12700" marR="5080" indent="285115">
              <a:lnSpc>
                <a:spcPct val="150000"/>
              </a:lnSpc>
              <a:buFont typeface="Arial MT"/>
              <a:buChar char="•"/>
              <a:tabLst>
                <a:tab pos="297815" algn="l"/>
              </a:tabLst>
            </a:pPr>
            <a:r>
              <a:rPr dirty="0" sz="1800">
                <a:latin typeface="Trebuchet MS"/>
                <a:cs typeface="Trebuchet MS"/>
              </a:rPr>
              <a:t>We</a:t>
            </a:r>
            <a:r>
              <a:rPr dirty="0" sz="1800" spc="-6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need</a:t>
            </a:r>
            <a:r>
              <a:rPr dirty="0" sz="1800" spc="-6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to</a:t>
            </a:r>
            <a:r>
              <a:rPr dirty="0" sz="1800" spc="-6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use</a:t>
            </a:r>
            <a:r>
              <a:rPr dirty="0" sz="1800" spc="-5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the</a:t>
            </a:r>
            <a:r>
              <a:rPr dirty="0" sz="1800" spc="-6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stream</a:t>
            </a:r>
            <a:r>
              <a:rPr dirty="0" sz="1800" spc="-50"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FF0000"/>
                </a:solidFill>
                <a:latin typeface="Trebuchet MS"/>
                <a:cs typeface="Trebuchet MS"/>
              </a:rPr>
              <a:t>extraction</a:t>
            </a:r>
            <a:r>
              <a:rPr dirty="0" sz="1800" spc="-6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FF0000"/>
                </a:solidFill>
                <a:latin typeface="Trebuchet MS"/>
                <a:cs typeface="Trebuchet MS"/>
              </a:rPr>
              <a:t>operator</a:t>
            </a:r>
            <a:r>
              <a:rPr dirty="0" sz="1800" spc="-55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FF0000"/>
                </a:solidFill>
                <a:latin typeface="Trebuchet MS"/>
                <a:cs typeface="Trebuchet MS"/>
              </a:rPr>
              <a:t>&gt;&gt;</a:t>
            </a:r>
            <a:r>
              <a:rPr dirty="0" sz="1800" spc="-45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to</a:t>
            </a:r>
            <a:r>
              <a:rPr dirty="0" sz="1800" spc="-5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extract</a:t>
            </a:r>
            <a:r>
              <a:rPr dirty="0" sz="1800" spc="-6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data</a:t>
            </a:r>
            <a:r>
              <a:rPr dirty="0" sz="1800" spc="-6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entered</a:t>
            </a:r>
            <a:r>
              <a:rPr dirty="0" sz="1800" spc="-5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using</a:t>
            </a:r>
            <a:r>
              <a:rPr dirty="0" sz="1800" spc="-6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the</a:t>
            </a:r>
            <a:r>
              <a:rPr dirty="0" sz="1800" spc="-60">
                <a:latin typeface="Trebuchet MS"/>
                <a:cs typeface="Trebuchet MS"/>
              </a:rPr>
              <a:t> </a:t>
            </a:r>
            <a:r>
              <a:rPr dirty="0" sz="1800" spc="-10">
                <a:latin typeface="Trebuchet MS"/>
                <a:cs typeface="Trebuchet MS"/>
              </a:rPr>
              <a:t>keyboard. </a:t>
            </a:r>
            <a:r>
              <a:rPr dirty="0" sz="1800" spc="-10">
                <a:solidFill>
                  <a:srgbClr val="FF0000"/>
                </a:solidFill>
                <a:latin typeface="Trebuchet MS"/>
                <a:cs typeface="Trebuchet MS"/>
              </a:rPr>
              <a:t>Syntax:</a:t>
            </a:r>
            <a:endParaRPr sz="1800">
              <a:latin typeface="Trebuchet MS"/>
              <a:cs typeface="Trebuchet MS"/>
            </a:endParaRPr>
          </a:p>
          <a:p>
            <a:pPr marL="927100" marR="7292975" indent="-457200">
              <a:lnSpc>
                <a:spcPct val="150000"/>
              </a:lnSpc>
            </a:pPr>
            <a:r>
              <a:rPr dirty="0" sz="1800">
                <a:latin typeface="Trebuchet MS"/>
                <a:cs typeface="Trebuchet MS"/>
              </a:rPr>
              <a:t>cin</a:t>
            </a:r>
            <a:r>
              <a:rPr dirty="0" sz="1800" spc="-2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&gt;&gt;</a:t>
            </a:r>
            <a:r>
              <a:rPr dirty="0" sz="1800" spc="-20">
                <a:latin typeface="Trebuchet MS"/>
                <a:cs typeface="Trebuchet MS"/>
              </a:rPr>
              <a:t> </a:t>
            </a:r>
            <a:r>
              <a:rPr dirty="0" sz="1800" spc="-10">
                <a:latin typeface="Trebuchet MS"/>
                <a:cs typeface="Trebuchet MS"/>
              </a:rPr>
              <a:t>variable_name; </a:t>
            </a:r>
            <a:r>
              <a:rPr dirty="0" sz="1800" spc="-25">
                <a:latin typeface="Trebuchet MS"/>
                <a:cs typeface="Trebuchet MS"/>
              </a:rPr>
              <a:t>OR</a:t>
            </a:r>
            <a:endParaRPr sz="1800">
              <a:latin typeface="Trebuchet MS"/>
              <a:cs typeface="Trebuchet MS"/>
            </a:endParaRPr>
          </a:p>
          <a:p>
            <a:pPr marL="297815" marR="2954655" indent="-251460">
              <a:lnSpc>
                <a:spcPct val="150000"/>
              </a:lnSpc>
              <a:buFont typeface="Arial MT"/>
              <a:buChar char="•"/>
              <a:tabLst>
                <a:tab pos="469900" algn="l"/>
              </a:tabLst>
            </a:pPr>
            <a:r>
              <a:rPr dirty="0" sz="1800">
                <a:latin typeface="Trebuchet MS"/>
                <a:cs typeface="Trebuchet MS"/>
              </a:rPr>
              <a:t>Cascading</a:t>
            </a:r>
            <a:r>
              <a:rPr dirty="0" sz="1800" spc="-4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can</a:t>
            </a:r>
            <a:r>
              <a:rPr dirty="0" sz="1800" spc="-4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also</a:t>
            </a:r>
            <a:r>
              <a:rPr dirty="0" sz="1800" spc="-3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be</a:t>
            </a:r>
            <a:r>
              <a:rPr dirty="0" sz="1800" spc="-4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done</a:t>
            </a:r>
            <a:r>
              <a:rPr dirty="0" sz="1800" spc="-3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with</a:t>
            </a:r>
            <a:r>
              <a:rPr dirty="0" sz="1800" spc="-4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cin</a:t>
            </a:r>
            <a:r>
              <a:rPr dirty="0" sz="1800" spc="-3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to</a:t>
            </a:r>
            <a:r>
              <a:rPr dirty="0" sz="1800" spc="-4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extract</a:t>
            </a:r>
            <a:r>
              <a:rPr dirty="0" sz="1800" spc="-3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multiple</a:t>
            </a:r>
            <a:r>
              <a:rPr dirty="0" sz="1800" spc="-40">
                <a:latin typeface="Trebuchet MS"/>
                <a:cs typeface="Trebuchet MS"/>
              </a:rPr>
              <a:t> </a:t>
            </a:r>
            <a:r>
              <a:rPr dirty="0" sz="1800" spc="-10">
                <a:latin typeface="Trebuchet MS"/>
                <a:cs typeface="Trebuchet MS"/>
              </a:rPr>
              <a:t>variables. </a:t>
            </a:r>
            <a:r>
              <a:rPr dirty="0" sz="1800" spc="-10">
                <a:latin typeface="Trebuchet MS"/>
                <a:cs typeface="Trebuchet MS"/>
              </a:rPr>
              <a:t>	</a:t>
            </a:r>
            <a:r>
              <a:rPr dirty="0" sz="1800">
                <a:latin typeface="Trebuchet MS"/>
                <a:cs typeface="Trebuchet MS"/>
              </a:rPr>
              <a:t>cin</a:t>
            </a:r>
            <a:r>
              <a:rPr dirty="0" sz="1800" spc="-5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&gt;&gt;</a:t>
            </a:r>
            <a:r>
              <a:rPr dirty="0" sz="1800" spc="-5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variable1</a:t>
            </a:r>
            <a:r>
              <a:rPr dirty="0" sz="1800" spc="-5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&gt;&gt;</a:t>
            </a:r>
            <a:r>
              <a:rPr dirty="0" sz="1800" spc="-5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variable2</a:t>
            </a:r>
            <a:r>
              <a:rPr dirty="0" sz="1800" spc="-5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&gt;&gt;</a:t>
            </a:r>
            <a:r>
              <a:rPr dirty="0" sz="1800" spc="-5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...</a:t>
            </a:r>
            <a:r>
              <a:rPr dirty="0" sz="1800" spc="-55">
                <a:latin typeface="Trebuchet MS"/>
                <a:cs typeface="Trebuchet MS"/>
              </a:rPr>
              <a:t> </a:t>
            </a:r>
            <a:r>
              <a:rPr dirty="0" sz="1800" spc="-50">
                <a:latin typeface="Trebuchet MS"/>
                <a:cs typeface="Trebuchet MS"/>
              </a:rPr>
              <a:t>;</a:t>
            </a:r>
            <a:endParaRPr sz="1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84299" rIns="0" bIns="0" rtlCol="0" vert="horz">
            <a:spAutoFit/>
          </a:bodyPr>
          <a:lstStyle/>
          <a:p>
            <a:pPr marL="51435">
              <a:lnSpc>
                <a:spcPct val="100000"/>
              </a:lnSpc>
              <a:spcBef>
                <a:spcPts val="100"/>
              </a:spcBef>
            </a:pPr>
            <a:r>
              <a:rPr dirty="0" sz="2800">
                <a:latin typeface="Trebuchet MS"/>
                <a:cs typeface="Trebuchet MS"/>
              </a:rPr>
              <a:t>Standard</a:t>
            </a:r>
            <a:r>
              <a:rPr dirty="0" sz="2800" spc="-50">
                <a:latin typeface="Trebuchet MS"/>
                <a:cs typeface="Trebuchet MS"/>
              </a:rPr>
              <a:t> </a:t>
            </a:r>
            <a:r>
              <a:rPr dirty="0" sz="2800">
                <a:latin typeface="Trebuchet MS"/>
                <a:cs typeface="Trebuchet MS"/>
              </a:rPr>
              <a:t>Output</a:t>
            </a:r>
            <a:r>
              <a:rPr dirty="0" sz="2800" spc="-50">
                <a:latin typeface="Trebuchet MS"/>
                <a:cs typeface="Trebuchet MS"/>
              </a:rPr>
              <a:t> </a:t>
            </a:r>
            <a:r>
              <a:rPr dirty="0" sz="2800">
                <a:latin typeface="Trebuchet MS"/>
                <a:cs typeface="Trebuchet MS"/>
              </a:rPr>
              <a:t>Stream</a:t>
            </a:r>
            <a:r>
              <a:rPr dirty="0" sz="2800" spc="-45">
                <a:latin typeface="Trebuchet MS"/>
                <a:cs typeface="Trebuchet MS"/>
              </a:rPr>
              <a:t> </a:t>
            </a:r>
            <a:r>
              <a:rPr dirty="0" sz="2800" spc="-10">
                <a:latin typeface="Trebuchet MS"/>
                <a:cs typeface="Trebuchet MS"/>
              </a:rPr>
              <a:t>-</a:t>
            </a:r>
            <a:r>
              <a:rPr dirty="0" sz="2800">
                <a:latin typeface="Trebuchet MS"/>
                <a:cs typeface="Trebuchet MS"/>
              </a:rPr>
              <a:t>-</a:t>
            </a:r>
            <a:r>
              <a:rPr dirty="0" sz="2800" spc="-50">
                <a:latin typeface="Trebuchet MS"/>
                <a:cs typeface="Trebuchet MS"/>
              </a:rPr>
              <a:t> </a:t>
            </a:r>
            <a:r>
              <a:rPr dirty="0" sz="2800" spc="-25">
                <a:latin typeface="Trebuchet MS"/>
                <a:cs typeface="Trebuchet MS"/>
              </a:rPr>
              <a:t>cin</a:t>
            </a:r>
            <a:endParaRPr sz="2800">
              <a:latin typeface="Trebuchet MS"/>
              <a:cs typeface="Trebuchet MS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680249" y="1956980"/>
            <a:ext cx="239395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0070C0"/>
                </a:solidFill>
                <a:latin typeface="Trebuchet MS"/>
                <a:cs typeface="Trebuchet MS"/>
              </a:rPr>
              <a:t>C++</a:t>
            </a:r>
            <a:r>
              <a:rPr dirty="0" sz="1800" spc="-45" b="1">
                <a:solidFill>
                  <a:srgbClr val="0070C0"/>
                </a:solidFill>
                <a:latin typeface="Trebuchet MS"/>
                <a:cs typeface="Trebuchet MS"/>
              </a:rPr>
              <a:t> </a:t>
            </a:r>
            <a:r>
              <a:rPr dirty="0" sz="1800" spc="-10" b="1">
                <a:solidFill>
                  <a:srgbClr val="0070C0"/>
                </a:solidFill>
                <a:latin typeface="Trebuchet MS"/>
                <a:cs typeface="Trebuchet MS"/>
              </a:rPr>
              <a:t>Program</a:t>
            </a:r>
            <a:r>
              <a:rPr dirty="0" sz="1800" spc="-45" b="1">
                <a:solidFill>
                  <a:srgbClr val="0070C0"/>
                </a:solidFill>
                <a:latin typeface="Trebuchet MS"/>
                <a:cs typeface="Trebuchet MS"/>
              </a:rPr>
              <a:t> </a:t>
            </a:r>
            <a:r>
              <a:rPr dirty="0" sz="1800" b="1">
                <a:solidFill>
                  <a:srgbClr val="0070C0"/>
                </a:solidFill>
                <a:latin typeface="Trebuchet MS"/>
                <a:cs typeface="Trebuchet MS"/>
              </a:rPr>
              <a:t>using</a:t>
            </a:r>
            <a:r>
              <a:rPr dirty="0" sz="1800" spc="-45" b="1">
                <a:solidFill>
                  <a:srgbClr val="0070C0"/>
                </a:solidFill>
                <a:latin typeface="Trebuchet MS"/>
                <a:cs typeface="Trebuchet MS"/>
              </a:rPr>
              <a:t> </a:t>
            </a:r>
            <a:r>
              <a:rPr dirty="0" sz="1800" spc="-25" b="1">
                <a:solidFill>
                  <a:srgbClr val="0070C0"/>
                </a:solidFill>
                <a:latin typeface="Trebuchet MS"/>
                <a:cs typeface="Trebuchet MS"/>
              </a:rPr>
              <a:t>cin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680249" y="2505621"/>
            <a:ext cx="2215515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Trebuchet MS"/>
                <a:cs typeface="Trebuchet MS"/>
              </a:rPr>
              <a:t>#include</a:t>
            </a:r>
            <a:r>
              <a:rPr dirty="0" sz="1800" spc="-110">
                <a:latin typeface="Trebuchet MS"/>
                <a:cs typeface="Trebuchet MS"/>
              </a:rPr>
              <a:t> </a:t>
            </a:r>
            <a:r>
              <a:rPr dirty="0" sz="1800" spc="-10">
                <a:latin typeface="Trebuchet MS"/>
                <a:cs typeface="Trebuchet MS"/>
              </a:rPr>
              <a:t>&lt;iostream&gt; </a:t>
            </a:r>
            <a:r>
              <a:rPr dirty="0" sz="1800">
                <a:latin typeface="Trebuchet MS"/>
                <a:cs typeface="Trebuchet MS"/>
              </a:rPr>
              <a:t>using</a:t>
            </a:r>
            <a:r>
              <a:rPr dirty="0" sz="1800" spc="-65">
                <a:latin typeface="Trebuchet MS"/>
                <a:cs typeface="Trebuchet MS"/>
              </a:rPr>
              <a:t> </a:t>
            </a:r>
            <a:r>
              <a:rPr dirty="0" sz="1800" spc="-10">
                <a:latin typeface="Trebuchet MS"/>
                <a:cs typeface="Trebuchet MS"/>
              </a:rPr>
              <a:t>namespace</a:t>
            </a:r>
            <a:r>
              <a:rPr dirty="0" sz="1800" spc="-55">
                <a:latin typeface="Trebuchet MS"/>
                <a:cs typeface="Trebuchet MS"/>
              </a:rPr>
              <a:t> </a:t>
            </a:r>
            <a:r>
              <a:rPr dirty="0" sz="1800" spc="-20">
                <a:latin typeface="Trebuchet MS"/>
                <a:cs typeface="Trebuchet MS"/>
              </a:rPr>
              <a:t>std;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680249" y="3328581"/>
            <a:ext cx="119507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Trebuchet MS"/>
                <a:cs typeface="Trebuchet MS"/>
              </a:rPr>
              <a:t>int</a:t>
            </a:r>
            <a:r>
              <a:rPr dirty="0" sz="1800" spc="-6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main()</a:t>
            </a:r>
            <a:r>
              <a:rPr dirty="0" sz="1800" spc="-60">
                <a:latin typeface="Trebuchet MS"/>
                <a:cs typeface="Trebuchet MS"/>
              </a:rPr>
              <a:t> </a:t>
            </a:r>
            <a:r>
              <a:rPr dirty="0" sz="1800" spc="-50">
                <a:latin typeface="Trebuchet MS"/>
                <a:cs typeface="Trebuchet MS"/>
              </a:rPr>
              <a:t>{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680249" y="3877220"/>
            <a:ext cx="4262755" cy="24942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87655" marR="5080" indent="13716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Trebuchet MS"/>
                <a:cs typeface="Trebuchet MS"/>
              </a:rPr>
              <a:t>//</a:t>
            </a:r>
            <a:r>
              <a:rPr dirty="0" sz="1800" spc="-45">
                <a:latin typeface="Trebuchet MS"/>
                <a:cs typeface="Trebuchet MS"/>
              </a:rPr>
              <a:t> </a:t>
            </a:r>
            <a:r>
              <a:rPr dirty="0" sz="1800" spc="-20">
                <a:latin typeface="Trebuchet MS"/>
                <a:cs typeface="Trebuchet MS"/>
              </a:rPr>
              <a:t>Variable</a:t>
            </a:r>
            <a:r>
              <a:rPr dirty="0" sz="1800" spc="-4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to</a:t>
            </a:r>
            <a:r>
              <a:rPr dirty="0" sz="1800" spc="-4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store</a:t>
            </a:r>
            <a:r>
              <a:rPr dirty="0" sz="1800" spc="-4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data</a:t>
            </a:r>
            <a:r>
              <a:rPr dirty="0" sz="1800" spc="-4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given</a:t>
            </a:r>
            <a:r>
              <a:rPr dirty="0" sz="1800" spc="-4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by</a:t>
            </a:r>
            <a:r>
              <a:rPr dirty="0" sz="1800" spc="-40">
                <a:latin typeface="Trebuchet MS"/>
                <a:cs typeface="Trebuchet MS"/>
              </a:rPr>
              <a:t> </a:t>
            </a:r>
            <a:r>
              <a:rPr dirty="0" sz="1800" spc="-25">
                <a:latin typeface="Trebuchet MS"/>
                <a:cs typeface="Trebuchet MS"/>
              </a:rPr>
              <a:t>cin </a:t>
            </a:r>
            <a:r>
              <a:rPr dirty="0" sz="1800">
                <a:latin typeface="Trebuchet MS"/>
                <a:cs typeface="Trebuchet MS"/>
              </a:rPr>
              <a:t>int</a:t>
            </a:r>
            <a:r>
              <a:rPr dirty="0" sz="1800" spc="-40">
                <a:latin typeface="Trebuchet MS"/>
                <a:cs typeface="Trebuchet MS"/>
              </a:rPr>
              <a:t> </a:t>
            </a:r>
            <a:r>
              <a:rPr dirty="0" sz="1800" spc="-25">
                <a:latin typeface="Trebuchet MS"/>
                <a:cs typeface="Trebuchet MS"/>
              </a:rPr>
              <a:t>a;</a:t>
            </a:r>
            <a:endParaRPr sz="18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70"/>
              </a:spcBef>
            </a:pPr>
            <a:endParaRPr sz="1800">
              <a:latin typeface="Trebuchet MS"/>
              <a:cs typeface="Trebuchet MS"/>
            </a:endParaRPr>
          </a:p>
          <a:p>
            <a:pPr marL="287655" marR="1635760">
              <a:lnSpc>
                <a:spcPct val="100000"/>
              </a:lnSpc>
            </a:pPr>
            <a:r>
              <a:rPr dirty="0" sz="1800">
                <a:latin typeface="Trebuchet MS"/>
                <a:cs typeface="Trebuchet MS"/>
              </a:rPr>
              <a:t>//</a:t>
            </a:r>
            <a:r>
              <a:rPr dirty="0" sz="1800" spc="-75">
                <a:latin typeface="Trebuchet MS"/>
                <a:cs typeface="Trebuchet MS"/>
              </a:rPr>
              <a:t> </a:t>
            </a:r>
            <a:r>
              <a:rPr dirty="0" sz="1800" spc="-55">
                <a:latin typeface="Trebuchet MS"/>
                <a:cs typeface="Trebuchet MS"/>
              </a:rPr>
              <a:t>Take</a:t>
            </a:r>
            <a:r>
              <a:rPr dirty="0" sz="1800" spc="-4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input</a:t>
            </a:r>
            <a:r>
              <a:rPr dirty="0" sz="1800" spc="-4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using</a:t>
            </a:r>
            <a:r>
              <a:rPr dirty="0" sz="1800" spc="-45">
                <a:latin typeface="Trebuchet MS"/>
                <a:cs typeface="Trebuchet MS"/>
              </a:rPr>
              <a:t> </a:t>
            </a:r>
            <a:r>
              <a:rPr dirty="0" sz="1800" spc="-25">
                <a:latin typeface="Trebuchet MS"/>
                <a:cs typeface="Trebuchet MS"/>
              </a:rPr>
              <a:t>cin </a:t>
            </a:r>
            <a:r>
              <a:rPr dirty="0" sz="1800">
                <a:latin typeface="Trebuchet MS"/>
                <a:cs typeface="Trebuchet MS"/>
              </a:rPr>
              <a:t>cin</a:t>
            </a:r>
            <a:r>
              <a:rPr dirty="0" sz="1800" spc="-2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&gt;&gt;</a:t>
            </a:r>
            <a:r>
              <a:rPr dirty="0" sz="1800" spc="-20">
                <a:latin typeface="Trebuchet MS"/>
                <a:cs typeface="Trebuchet MS"/>
              </a:rPr>
              <a:t> </a:t>
            </a:r>
            <a:r>
              <a:rPr dirty="0" sz="1800" spc="-25">
                <a:latin typeface="Trebuchet MS"/>
                <a:cs typeface="Trebuchet MS"/>
              </a:rPr>
              <a:t>a;</a:t>
            </a:r>
            <a:endParaRPr sz="18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65"/>
              </a:spcBef>
            </a:pPr>
            <a:endParaRPr sz="1800">
              <a:latin typeface="Trebuchet MS"/>
              <a:cs typeface="Trebuchet MS"/>
            </a:endParaRPr>
          </a:p>
          <a:p>
            <a:pPr marL="287655" marR="2934970">
              <a:lnSpc>
                <a:spcPct val="100000"/>
              </a:lnSpc>
              <a:spcBef>
                <a:spcPts val="5"/>
              </a:spcBef>
            </a:pPr>
            <a:r>
              <a:rPr dirty="0" sz="1800">
                <a:latin typeface="Trebuchet MS"/>
                <a:cs typeface="Trebuchet MS"/>
              </a:rPr>
              <a:t>cout</a:t>
            </a:r>
            <a:r>
              <a:rPr dirty="0" sz="1800" spc="-2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&lt;&lt;</a:t>
            </a:r>
            <a:r>
              <a:rPr dirty="0" sz="1800" spc="-25">
                <a:latin typeface="Trebuchet MS"/>
                <a:cs typeface="Trebuchet MS"/>
              </a:rPr>
              <a:t> a; </a:t>
            </a:r>
            <a:r>
              <a:rPr dirty="0" sz="1800">
                <a:latin typeface="Trebuchet MS"/>
                <a:cs typeface="Trebuchet MS"/>
              </a:rPr>
              <a:t>return</a:t>
            </a:r>
            <a:r>
              <a:rPr dirty="0" sz="1800" spc="-85">
                <a:latin typeface="Trebuchet MS"/>
                <a:cs typeface="Trebuchet MS"/>
              </a:rPr>
              <a:t> </a:t>
            </a:r>
            <a:r>
              <a:rPr dirty="0" sz="1800" spc="-25">
                <a:latin typeface="Trebuchet MS"/>
                <a:cs typeface="Trebuchet MS"/>
              </a:rPr>
              <a:t>0;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dirty="0" sz="1800" spc="-50">
                <a:latin typeface="Trebuchet MS"/>
                <a:cs typeface="Trebuchet MS"/>
              </a:rPr>
              <a:t>}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6526200" y="2774217"/>
            <a:ext cx="737235" cy="2311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 spc="-20" b="1">
                <a:solidFill>
                  <a:srgbClr val="273138"/>
                </a:solidFill>
                <a:latin typeface="Arial"/>
                <a:cs typeface="Arial"/>
              </a:rPr>
              <a:t>Input:</a:t>
            </a:r>
            <a:r>
              <a:rPr dirty="0" sz="1350" spc="-40" b="1">
                <a:solidFill>
                  <a:srgbClr val="273138"/>
                </a:solidFill>
                <a:latin typeface="Arial"/>
                <a:cs typeface="Arial"/>
              </a:rPr>
              <a:t> </a:t>
            </a:r>
            <a:r>
              <a:rPr dirty="0" sz="1350" spc="-70" b="1">
                <a:solidFill>
                  <a:srgbClr val="273138"/>
                </a:solidFill>
                <a:latin typeface="Arial"/>
                <a:cs typeface="Arial"/>
              </a:rPr>
              <a:t>fiO</a:t>
            </a:r>
            <a:endParaRPr sz="1350">
              <a:latin typeface="Arial"/>
              <a:cs typeface="Arial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6526200" y="3391437"/>
            <a:ext cx="842010" cy="2311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 spc="-35" b="1">
                <a:solidFill>
                  <a:srgbClr val="273138"/>
                </a:solidFill>
                <a:latin typeface="Arial"/>
                <a:cs typeface="Arial"/>
              </a:rPr>
              <a:t>Output:fiO</a:t>
            </a:r>
            <a:endParaRPr sz="13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84299" rIns="0" bIns="0" rtlCol="0" vert="horz">
            <a:spAutoFit/>
          </a:bodyPr>
          <a:lstStyle/>
          <a:p>
            <a:pPr marL="51435">
              <a:lnSpc>
                <a:spcPct val="100000"/>
              </a:lnSpc>
              <a:spcBef>
                <a:spcPts val="100"/>
              </a:spcBef>
            </a:pPr>
            <a:r>
              <a:rPr dirty="0" sz="2800" spc="-10">
                <a:latin typeface="Trebuchet MS"/>
                <a:cs typeface="Trebuchet MS"/>
              </a:rPr>
              <a:t>Directives</a:t>
            </a:r>
            <a:endParaRPr sz="2800">
              <a:latin typeface="Trebuchet MS"/>
              <a:cs typeface="Trebuchet MS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714517" y="1819820"/>
            <a:ext cx="10728960" cy="3865879"/>
          </a:xfrm>
          <a:prstGeom prst="rect">
            <a:avLst/>
          </a:prstGeom>
        </p:spPr>
        <p:txBody>
          <a:bodyPr wrap="square" lIns="0" tIns="149860" rIns="0" bIns="0" rtlCol="0" vert="horz">
            <a:spAutoFit/>
          </a:bodyPr>
          <a:lstStyle/>
          <a:p>
            <a:pPr marL="263525" indent="-250825">
              <a:lnSpc>
                <a:spcPct val="100000"/>
              </a:lnSpc>
              <a:spcBef>
                <a:spcPts val="1180"/>
              </a:spcBef>
              <a:buFont typeface="Arial MT"/>
              <a:buChar char="•"/>
              <a:tabLst>
                <a:tab pos="263525" algn="l"/>
              </a:tabLst>
            </a:pPr>
            <a:r>
              <a:rPr dirty="0" sz="1800">
                <a:latin typeface="Trebuchet MS"/>
                <a:cs typeface="Trebuchet MS"/>
              </a:rPr>
              <a:t>All</a:t>
            </a:r>
            <a:r>
              <a:rPr dirty="0" sz="1800" spc="-5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the</a:t>
            </a:r>
            <a:r>
              <a:rPr dirty="0" sz="1800" spc="-45">
                <a:latin typeface="Trebuchet MS"/>
                <a:cs typeface="Trebuchet MS"/>
              </a:rPr>
              <a:t> </a:t>
            </a:r>
            <a:r>
              <a:rPr dirty="0" sz="1800" spc="-10">
                <a:latin typeface="Trebuchet MS"/>
                <a:cs typeface="Trebuchet MS"/>
              </a:rPr>
              <a:t>statements</a:t>
            </a:r>
            <a:r>
              <a:rPr dirty="0" sz="1800" spc="-4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starting</a:t>
            </a:r>
            <a:r>
              <a:rPr dirty="0" sz="1800" spc="-4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with</a:t>
            </a:r>
            <a:r>
              <a:rPr dirty="0" sz="1800" spc="-4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the </a:t>
            </a:r>
            <a:r>
              <a:rPr dirty="0" sz="1800">
                <a:solidFill>
                  <a:srgbClr val="FF0000"/>
                </a:solidFill>
                <a:latin typeface="Trebuchet MS"/>
                <a:cs typeface="Trebuchet MS"/>
              </a:rPr>
              <a:t>#</a:t>
            </a:r>
            <a:r>
              <a:rPr dirty="0" sz="1800" spc="-45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FF0000"/>
                </a:solidFill>
                <a:latin typeface="Trebuchet MS"/>
                <a:cs typeface="Trebuchet MS"/>
              </a:rPr>
              <a:t>(hash)</a:t>
            </a:r>
            <a:r>
              <a:rPr dirty="0" sz="1800" spc="-45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FF0000"/>
                </a:solidFill>
                <a:latin typeface="Trebuchet MS"/>
                <a:cs typeface="Trebuchet MS"/>
              </a:rPr>
              <a:t>symbol</a:t>
            </a:r>
            <a:r>
              <a:rPr dirty="0" sz="1800" spc="-35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are</a:t>
            </a:r>
            <a:r>
              <a:rPr dirty="0" sz="1800" spc="-4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known</a:t>
            </a:r>
            <a:r>
              <a:rPr dirty="0" sz="1800" spc="-4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as</a:t>
            </a:r>
            <a:r>
              <a:rPr dirty="0" sz="1800" spc="-4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preprocessor</a:t>
            </a:r>
            <a:r>
              <a:rPr dirty="0" sz="1800" spc="-4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directives</a:t>
            </a:r>
            <a:r>
              <a:rPr dirty="0" sz="1800" spc="-4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in</a:t>
            </a:r>
            <a:r>
              <a:rPr dirty="0" sz="1800" spc="-45">
                <a:latin typeface="Trebuchet MS"/>
                <a:cs typeface="Trebuchet MS"/>
              </a:rPr>
              <a:t> </a:t>
            </a:r>
            <a:r>
              <a:rPr dirty="0" sz="1800" spc="-20">
                <a:latin typeface="Trebuchet MS"/>
                <a:cs typeface="Trebuchet MS"/>
              </a:rPr>
              <a:t>C++.</a:t>
            </a:r>
            <a:endParaRPr sz="1800">
              <a:latin typeface="Trebuchet MS"/>
              <a:cs typeface="Trebuchet MS"/>
            </a:endParaRPr>
          </a:p>
          <a:p>
            <a:pPr marL="264160" marR="5080" indent="-252095">
              <a:lnSpc>
                <a:spcPct val="148900"/>
              </a:lnSpc>
              <a:spcBef>
                <a:spcPts val="20"/>
              </a:spcBef>
              <a:buFont typeface="Arial MT"/>
              <a:buChar char="•"/>
              <a:tabLst>
                <a:tab pos="264160" algn="l"/>
              </a:tabLst>
            </a:pPr>
            <a:r>
              <a:rPr dirty="0" sz="1800" spc="-110">
                <a:latin typeface="Trebuchet MS"/>
                <a:cs typeface="Trebuchet MS"/>
              </a:rPr>
              <a:t>To</a:t>
            </a:r>
            <a:r>
              <a:rPr dirty="0" sz="1800" spc="-2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perform</a:t>
            </a:r>
            <a:r>
              <a:rPr dirty="0" sz="1800" spc="-10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certain</a:t>
            </a:r>
            <a:r>
              <a:rPr dirty="0" sz="1800" spc="-6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tasks,</a:t>
            </a:r>
            <a:r>
              <a:rPr dirty="0" sz="1800" spc="-6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the</a:t>
            </a:r>
            <a:r>
              <a:rPr dirty="0" sz="1800" spc="-6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directives</a:t>
            </a:r>
            <a:r>
              <a:rPr dirty="0" sz="1800" spc="-6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instruct</a:t>
            </a:r>
            <a:r>
              <a:rPr dirty="0" sz="1800" spc="-6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the</a:t>
            </a:r>
            <a:r>
              <a:rPr dirty="0" sz="1800" spc="-6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preprocessor</a:t>
            </a:r>
            <a:r>
              <a:rPr dirty="0" sz="1800" spc="-6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to</a:t>
            </a:r>
            <a:r>
              <a:rPr dirty="0" sz="1800" spc="-10"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FF0000"/>
                </a:solidFill>
                <a:latin typeface="Trebuchet MS"/>
                <a:cs typeface="Trebuchet MS"/>
              </a:rPr>
              <a:t>perform</a:t>
            </a:r>
            <a:r>
              <a:rPr dirty="0" sz="1800" spc="-65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FF0000"/>
                </a:solidFill>
                <a:latin typeface="Trebuchet MS"/>
                <a:cs typeface="Trebuchet MS"/>
              </a:rPr>
              <a:t>certain</a:t>
            </a:r>
            <a:r>
              <a:rPr dirty="0" sz="1800" spc="-6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FF0000"/>
                </a:solidFill>
                <a:latin typeface="Trebuchet MS"/>
                <a:cs typeface="Trebuchet MS"/>
              </a:rPr>
              <a:t>tasks</a:t>
            </a:r>
            <a:r>
              <a:rPr dirty="0" sz="1800" spc="-5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to</a:t>
            </a:r>
            <a:r>
              <a:rPr dirty="0" sz="1800" spc="-65">
                <a:latin typeface="Trebuchet MS"/>
                <a:cs typeface="Trebuchet MS"/>
              </a:rPr>
              <a:t> </a:t>
            </a:r>
            <a:r>
              <a:rPr dirty="0" sz="1800" spc="-10">
                <a:latin typeface="Trebuchet MS"/>
                <a:cs typeface="Trebuchet MS"/>
              </a:rPr>
              <a:t>improve </a:t>
            </a:r>
            <a:r>
              <a:rPr dirty="0" sz="1800">
                <a:latin typeface="Trebuchet MS"/>
                <a:cs typeface="Trebuchet MS"/>
              </a:rPr>
              <a:t>the</a:t>
            </a:r>
            <a:r>
              <a:rPr dirty="0" sz="1800" spc="-55">
                <a:latin typeface="Trebuchet MS"/>
                <a:cs typeface="Trebuchet MS"/>
              </a:rPr>
              <a:t> </a:t>
            </a:r>
            <a:r>
              <a:rPr dirty="0" sz="1800" spc="-20">
                <a:latin typeface="Trebuchet MS"/>
                <a:cs typeface="Trebuchet MS"/>
              </a:rPr>
              <a:t>program’s</a:t>
            </a:r>
            <a:r>
              <a:rPr dirty="0" sz="1800" spc="-50">
                <a:latin typeface="Trebuchet MS"/>
                <a:cs typeface="Trebuchet MS"/>
              </a:rPr>
              <a:t> </a:t>
            </a:r>
            <a:r>
              <a:rPr dirty="0" sz="1800" spc="-10">
                <a:latin typeface="Trebuchet MS"/>
                <a:cs typeface="Trebuchet MS"/>
              </a:rPr>
              <a:t>performance/capabilities</a:t>
            </a:r>
            <a:r>
              <a:rPr dirty="0" sz="2400" spc="-10">
                <a:solidFill>
                  <a:srgbClr val="61738E"/>
                </a:solidFill>
                <a:latin typeface="Trebuchet MS"/>
                <a:cs typeface="Trebuchet MS"/>
              </a:rPr>
              <a:t>.</a:t>
            </a:r>
            <a:endParaRPr sz="2400">
              <a:latin typeface="Trebuchet MS"/>
              <a:cs typeface="Trebuchet MS"/>
            </a:endParaRPr>
          </a:p>
          <a:p>
            <a:pPr marL="263525" indent="-250825">
              <a:lnSpc>
                <a:spcPct val="100000"/>
              </a:lnSpc>
              <a:spcBef>
                <a:spcPts val="1465"/>
              </a:spcBef>
              <a:buFont typeface="Arial MT"/>
              <a:buChar char="•"/>
              <a:tabLst>
                <a:tab pos="263525" algn="l"/>
              </a:tabLst>
            </a:pPr>
            <a:r>
              <a:rPr dirty="0" sz="1800">
                <a:latin typeface="Trebuchet MS"/>
                <a:cs typeface="Trebuchet MS"/>
              </a:rPr>
              <a:t>Every</a:t>
            </a:r>
            <a:r>
              <a:rPr dirty="0" sz="1800" spc="-5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directive</a:t>
            </a:r>
            <a:r>
              <a:rPr dirty="0" sz="1800" spc="-5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is</a:t>
            </a:r>
            <a:r>
              <a:rPr dirty="0" sz="1800" spc="-5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a</a:t>
            </a:r>
            <a:r>
              <a:rPr dirty="0" sz="1800" spc="-50">
                <a:latin typeface="Trebuchet MS"/>
                <a:cs typeface="Trebuchet MS"/>
              </a:rPr>
              <a:t> </a:t>
            </a:r>
            <a:r>
              <a:rPr dirty="0" sz="1800" spc="-20">
                <a:latin typeface="Trebuchet MS"/>
                <a:cs typeface="Trebuchet MS"/>
              </a:rPr>
              <a:t>one-</a:t>
            </a:r>
            <a:r>
              <a:rPr dirty="0" sz="1800">
                <a:latin typeface="Trebuchet MS"/>
                <a:cs typeface="Trebuchet MS"/>
              </a:rPr>
              <a:t>line</a:t>
            </a:r>
            <a:r>
              <a:rPr dirty="0" sz="1800" spc="-5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long</a:t>
            </a:r>
            <a:r>
              <a:rPr dirty="0" sz="1800" spc="-5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command</a:t>
            </a:r>
            <a:r>
              <a:rPr dirty="0" sz="1800" spc="-5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which</a:t>
            </a:r>
            <a:r>
              <a:rPr dirty="0" sz="1800" spc="-5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contains</a:t>
            </a:r>
            <a:r>
              <a:rPr dirty="0" sz="1800" spc="-5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the</a:t>
            </a:r>
            <a:r>
              <a:rPr dirty="0" sz="1800" spc="-50">
                <a:latin typeface="Trebuchet MS"/>
                <a:cs typeface="Trebuchet MS"/>
              </a:rPr>
              <a:t> </a:t>
            </a:r>
            <a:r>
              <a:rPr dirty="0" sz="1800" spc="-10">
                <a:latin typeface="Trebuchet MS"/>
                <a:cs typeface="Trebuchet MS"/>
              </a:rPr>
              <a:t>following:</a:t>
            </a:r>
            <a:endParaRPr sz="1800">
              <a:latin typeface="Trebuchet MS"/>
              <a:cs typeface="Trebuchet MS"/>
            </a:endParaRPr>
          </a:p>
          <a:p>
            <a:pPr marL="236854">
              <a:lnSpc>
                <a:spcPct val="100000"/>
              </a:lnSpc>
              <a:spcBef>
                <a:spcPts val="1080"/>
              </a:spcBef>
              <a:tabLst>
                <a:tab pos="608330" algn="l"/>
              </a:tabLst>
            </a:pPr>
            <a:r>
              <a:rPr dirty="0" sz="1800" spc="180">
                <a:latin typeface="Segoe UI Symbol"/>
                <a:cs typeface="Segoe UI Symbol"/>
              </a:rPr>
              <a:t>✔</a:t>
            </a:r>
            <a:r>
              <a:rPr dirty="0" sz="1800">
                <a:latin typeface="Segoe UI Symbol"/>
                <a:cs typeface="Segoe UI Symbol"/>
              </a:rPr>
              <a:t>	</a:t>
            </a:r>
            <a:r>
              <a:rPr dirty="0" sz="1800">
                <a:latin typeface="Trebuchet MS"/>
                <a:cs typeface="Trebuchet MS"/>
              </a:rPr>
              <a:t>All</a:t>
            </a:r>
            <a:r>
              <a:rPr dirty="0" sz="1800" spc="-5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the</a:t>
            </a:r>
            <a:r>
              <a:rPr dirty="0" sz="1800" spc="-4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preprocessor</a:t>
            </a:r>
            <a:r>
              <a:rPr dirty="0" sz="1800" spc="-4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directives</a:t>
            </a:r>
            <a:r>
              <a:rPr dirty="0" sz="1800" spc="-4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in</a:t>
            </a:r>
            <a:r>
              <a:rPr dirty="0" sz="1800" spc="-4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C++</a:t>
            </a:r>
            <a:r>
              <a:rPr dirty="0" sz="1800" spc="-4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start</a:t>
            </a:r>
            <a:r>
              <a:rPr dirty="0" sz="1800" spc="-4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with</a:t>
            </a:r>
            <a:r>
              <a:rPr dirty="0" sz="1800" spc="-4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the</a:t>
            </a:r>
            <a:r>
              <a:rPr dirty="0" sz="1800" spc="-4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#</a:t>
            </a:r>
            <a:r>
              <a:rPr dirty="0" sz="1800" spc="-4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(hash)</a:t>
            </a:r>
            <a:r>
              <a:rPr dirty="0" sz="1800" spc="-45">
                <a:latin typeface="Trebuchet MS"/>
                <a:cs typeface="Trebuchet MS"/>
              </a:rPr>
              <a:t> </a:t>
            </a:r>
            <a:r>
              <a:rPr dirty="0" sz="1800" spc="-10">
                <a:latin typeface="Trebuchet MS"/>
                <a:cs typeface="Trebuchet MS"/>
              </a:rPr>
              <a:t>symbol).</a:t>
            </a:r>
            <a:endParaRPr sz="1800">
              <a:latin typeface="Trebuchet MS"/>
              <a:cs typeface="Trebuchet MS"/>
            </a:endParaRPr>
          </a:p>
          <a:p>
            <a:pPr marL="236854">
              <a:lnSpc>
                <a:spcPct val="100000"/>
              </a:lnSpc>
              <a:spcBef>
                <a:spcPts val="1080"/>
              </a:spcBef>
              <a:tabLst>
                <a:tab pos="608330" algn="l"/>
              </a:tabLst>
            </a:pPr>
            <a:r>
              <a:rPr dirty="0" sz="1800" spc="180">
                <a:latin typeface="Segoe UI Symbol"/>
                <a:cs typeface="Segoe UI Symbol"/>
              </a:rPr>
              <a:t>✔</a:t>
            </a:r>
            <a:r>
              <a:rPr dirty="0" sz="1800">
                <a:latin typeface="Segoe UI Symbol"/>
                <a:cs typeface="Segoe UI Symbol"/>
              </a:rPr>
              <a:t>	</a:t>
            </a:r>
            <a:r>
              <a:rPr dirty="0" sz="1800">
                <a:latin typeface="Trebuchet MS"/>
                <a:cs typeface="Trebuchet MS"/>
              </a:rPr>
              <a:t>A</a:t>
            </a:r>
            <a:r>
              <a:rPr dirty="0" sz="1800" spc="-135">
                <a:latin typeface="Trebuchet MS"/>
                <a:cs typeface="Trebuchet MS"/>
              </a:rPr>
              <a:t> </a:t>
            </a:r>
            <a:r>
              <a:rPr dirty="0" sz="1800" spc="-10">
                <a:latin typeface="Trebuchet MS"/>
                <a:cs typeface="Trebuchet MS"/>
              </a:rPr>
              <a:t>pre-</a:t>
            </a:r>
            <a:r>
              <a:rPr dirty="0" sz="1800">
                <a:latin typeface="Trebuchet MS"/>
                <a:cs typeface="Trebuchet MS"/>
              </a:rPr>
              <a:t>processor</a:t>
            </a:r>
            <a:r>
              <a:rPr dirty="0" sz="1800" spc="-4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instruction</a:t>
            </a:r>
            <a:r>
              <a:rPr dirty="0" sz="1800" spc="-4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after</a:t>
            </a:r>
            <a:r>
              <a:rPr dirty="0" sz="1800" spc="-4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the</a:t>
            </a:r>
            <a:r>
              <a:rPr dirty="0" sz="1800" spc="-4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#</a:t>
            </a:r>
            <a:r>
              <a:rPr dirty="0" sz="1800" spc="-4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(hash)</a:t>
            </a:r>
            <a:r>
              <a:rPr dirty="0" sz="1800" spc="-45">
                <a:latin typeface="Trebuchet MS"/>
                <a:cs typeface="Trebuchet MS"/>
              </a:rPr>
              <a:t> </a:t>
            </a:r>
            <a:r>
              <a:rPr dirty="0" sz="1800" spc="-10">
                <a:latin typeface="Trebuchet MS"/>
                <a:cs typeface="Trebuchet MS"/>
              </a:rPr>
              <a:t>symbol</a:t>
            </a:r>
            <a:endParaRPr sz="1800">
              <a:latin typeface="Trebuchet MS"/>
              <a:cs typeface="Trebuchet MS"/>
            </a:endParaRPr>
          </a:p>
          <a:p>
            <a:pPr marL="608330">
              <a:lnSpc>
                <a:spcPct val="100000"/>
              </a:lnSpc>
              <a:spcBef>
                <a:spcPts val="1080"/>
              </a:spcBef>
              <a:tabLst>
                <a:tab pos="1187450" algn="l"/>
              </a:tabLst>
            </a:pPr>
            <a:r>
              <a:rPr dirty="0" sz="1800" spc="-20">
                <a:latin typeface="Trebuchet MS"/>
                <a:cs typeface="Trebuchet MS"/>
              </a:rPr>
              <a:t>like</a:t>
            </a:r>
            <a:r>
              <a:rPr dirty="0" sz="1800">
                <a:latin typeface="Trebuchet MS"/>
                <a:cs typeface="Trebuchet MS"/>
              </a:rPr>
              <a:t>	</a:t>
            </a:r>
            <a:r>
              <a:rPr dirty="0" sz="1800">
                <a:solidFill>
                  <a:srgbClr val="FF0000"/>
                </a:solidFill>
                <a:latin typeface="Trebuchet MS"/>
                <a:cs typeface="Trebuchet MS"/>
              </a:rPr>
              <a:t>#include,</a:t>
            </a:r>
            <a:r>
              <a:rPr dirty="0" sz="1800" spc="-95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FF0000"/>
                </a:solidFill>
                <a:latin typeface="Trebuchet MS"/>
                <a:cs typeface="Trebuchet MS"/>
              </a:rPr>
              <a:t>#define,</a:t>
            </a:r>
            <a:r>
              <a:rPr dirty="0" sz="1800" spc="-95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FF0000"/>
                </a:solidFill>
                <a:latin typeface="Trebuchet MS"/>
                <a:cs typeface="Trebuchet MS"/>
              </a:rPr>
              <a:t>#ifdef,</a:t>
            </a:r>
            <a:r>
              <a:rPr dirty="0" sz="1800" spc="-9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FF0000"/>
                </a:solidFill>
                <a:latin typeface="Trebuchet MS"/>
                <a:cs typeface="Trebuchet MS"/>
              </a:rPr>
              <a:t>#elif,</a:t>
            </a:r>
            <a:r>
              <a:rPr dirty="0" sz="1800" spc="-95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dirty="0" sz="1800" spc="-40">
                <a:solidFill>
                  <a:srgbClr val="FF0000"/>
                </a:solidFill>
                <a:latin typeface="Trebuchet MS"/>
                <a:cs typeface="Trebuchet MS"/>
              </a:rPr>
              <a:t>#error,</a:t>
            </a:r>
            <a:r>
              <a:rPr dirty="0" sz="1800" spc="-9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FF0000"/>
                </a:solidFill>
                <a:latin typeface="Trebuchet MS"/>
                <a:cs typeface="Trebuchet MS"/>
              </a:rPr>
              <a:t>#pragma</a:t>
            </a:r>
            <a:r>
              <a:rPr dirty="0" sz="1800" spc="-75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dirty="0" sz="1800" spc="-20">
                <a:latin typeface="Trebuchet MS"/>
                <a:cs typeface="Trebuchet MS"/>
              </a:rPr>
              <a:t>etc.</a:t>
            </a:r>
            <a:endParaRPr sz="1800">
              <a:latin typeface="Trebuchet MS"/>
              <a:cs typeface="Trebuchet MS"/>
            </a:endParaRPr>
          </a:p>
          <a:p>
            <a:pPr marL="250825" indent="-238125">
              <a:lnSpc>
                <a:spcPct val="100000"/>
              </a:lnSpc>
              <a:spcBef>
                <a:spcPts val="1080"/>
              </a:spcBef>
              <a:buFont typeface="Arial MT"/>
              <a:buChar char="•"/>
              <a:tabLst>
                <a:tab pos="250825" algn="l"/>
              </a:tabLst>
            </a:pPr>
            <a:r>
              <a:rPr dirty="0" sz="1800" spc="-10">
                <a:latin typeface="Trebuchet MS"/>
                <a:cs typeface="Trebuchet MS"/>
              </a:rPr>
              <a:t>Example:</a:t>
            </a:r>
            <a:endParaRPr sz="1800">
              <a:latin typeface="Trebuchet MS"/>
              <a:cs typeface="Trebuchet MS"/>
            </a:endParaRPr>
          </a:p>
          <a:p>
            <a:pPr marL="335280">
              <a:lnSpc>
                <a:spcPct val="100000"/>
              </a:lnSpc>
              <a:spcBef>
                <a:spcPts val="1080"/>
              </a:spcBef>
            </a:pPr>
            <a:r>
              <a:rPr dirty="0" sz="1800" spc="-10">
                <a:solidFill>
                  <a:srgbClr val="0070C0"/>
                </a:solidFill>
                <a:latin typeface="Trebuchet MS"/>
                <a:cs typeface="Trebuchet MS"/>
              </a:rPr>
              <a:t>#include&lt;iostream&gt;,</a:t>
            </a:r>
            <a:r>
              <a:rPr dirty="0" sz="1800" spc="-55">
                <a:solidFill>
                  <a:srgbClr val="0070C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0070C0"/>
                </a:solidFill>
                <a:latin typeface="Trebuchet MS"/>
                <a:cs typeface="Trebuchet MS"/>
              </a:rPr>
              <a:t>#define</a:t>
            </a:r>
            <a:r>
              <a:rPr dirty="0" sz="1800" spc="-55">
                <a:solidFill>
                  <a:srgbClr val="0070C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0070C0"/>
                </a:solidFill>
                <a:latin typeface="Trebuchet MS"/>
                <a:cs typeface="Trebuchet MS"/>
              </a:rPr>
              <a:t>PI</a:t>
            </a:r>
            <a:r>
              <a:rPr dirty="0" sz="1800" spc="-55">
                <a:solidFill>
                  <a:srgbClr val="0070C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0070C0"/>
                </a:solidFill>
                <a:latin typeface="Trebuchet MS"/>
                <a:cs typeface="Trebuchet MS"/>
              </a:rPr>
              <a:t>3.14,</a:t>
            </a:r>
            <a:r>
              <a:rPr dirty="0" sz="1800" spc="-55">
                <a:solidFill>
                  <a:srgbClr val="0070C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0070C0"/>
                </a:solidFill>
                <a:latin typeface="Trebuchet MS"/>
                <a:cs typeface="Trebuchet MS"/>
              </a:rPr>
              <a:t>#ifdef</a:t>
            </a:r>
            <a:r>
              <a:rPr dirty="0" sz="1800" spc="-55">
                <a:solidFill>
                  <a:srgbClr val="0070C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0070C0"/>
                </a:solidFill>
                <a:latin typeface="Trebuchet MS"/>
                <a:cs typeface="Trebuchet MS"/>
              </a:rPr>
              <a:t>PI</a:t>
            </a:r>
            <a:r>
              <a:rPr dirty="0" sz="1800" spc="-30">
                <a:solidFill>
                  <a:srgbClr val="0070C0"/>
                </a:solidFill>
                <a:latin typeface="Trebuchet MS"/>
                <a:cs typeface="Trebuchet MS"/>
              </a:rPr>
              <a:t> </a:t>
            </a:r>
            <a:r>
              <a:rPr dirty="0" sz="1800" spc="-20">
                <a:latin typeface="Trebuchet MS"/>
                <a:cs typeface="Trebuchet MS"/>
              </a:rPr>
              <a:t>etc.</a:t>
            </a:r>
            <a:endParaRPr sz="1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84299" rIns="0" bIns="0" rtlCol="0" vert="horz">
            <a:spAutoFit/>
          </a:bodyPr>
          <a:lstStyle/>
          <a:p>
            <a:pPr marL="51435">
              <a:lnSpc>
                <a:spcPct val="100000"/>
              </a:lnSpc>
              <a:spcBef>
                <a:spcPts val="100"/>
              </a:spcBef>
            </a:pPr>
            <a:r>
              <a:rPr dirty="0" sz="2800" spc="-10">
                <a:latin typeface="Trebuchet MS"/>
                <a:cs typeface="Trebuchet MS"/>
              </a:rPr>
              <a:t>Directives</a:t>
            </a:r>
            <a:endParaRPr sz="2800">
              <a:latin typeface="Trebuchet MS"/>
              <a:cs typeface="Trebuchet MS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680249" y="1819820"/>
            <a:ext cx="10704195" cy="3317240"/>
          </a:xfrm>
          <a:prstGeom prst="rect">
            <a:avLst/>
          </a:prstGeom>
        </p:spPr>
        <p:txBody>
          <a:bodyPr wrap="square" lIns="0" tIns="149860" rIns="0" bIns="0" rtlCol="0" vert="horz">
            <a:spAutoFit/>
          </a:bodyPr>
          <a:lstStyle/>
          <a:p>
            <a:pPr marL="297815" indent="-251460">
              <a:lnSpc>
                <a:spcPct val="100000"/>
              </a:lnSpc>
              <a:spcBef>
                <a:spcPts val="1180"/>
              </a:spcBef>
              <a:buFont typeface="Arial MT"/>
              <a:buChar char="•"/>
              <a:tabLst>
                <a:tab pos="297815" algn="l"/>
              </a:tabLst>
            </a:pPr>
            <a:r>
              <a:rPr dirty="0" sz="1800">
                <a:latin typeface="Trebuchet MS"/>
                <a:cs typeface="Trebuchet MS"/>
              </a:rPr>
              <a:t>There</a:t>
            </a:r>
            <a:r>
              <a:rPr dirty="0" sz="1800" spc="-4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are</a:t>
            </a:r>
            <a:r>
              <a:rPr dirty="0" sz="1800" spc="-4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2</a:t>
            </a:r>
            <a:r>
              <a:rPr dirty="0" sz="1800" spc="-4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Main</a:t>
            </a:r>
            <a:r>
              <a:rPr dirty="0" sz="1800" spc="-70">
                <a:latin typeface="Trebuchet MS"/>
                <a:cs typeface="Trebuchet MS"/>
              </a:rPr>
              <a:t> </a:t>
            </a:r>
            <a:r>
              <a:rPr dirty="0" sz="1800" spc="-30">
                <a:latin typeface="Trebuchet MS"/>
                <a:cs typeface="Trebuchet MS"/>
              </a:rPr>
              <a:t>Types</a:t>
            </a:r>
            <a:r>
              <a:rPr dirty="0" sz="1800" spc="-4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of</a:t>
            </a:r>
            <a:r>
              <a:rPr dirty="0" sz="1800" spc="-45">
                <a:latin typeface="Trebuchet MS"/>
                <a:cs typeface="Trebuchet MS"/>
              </a:rPr>
              <a:t> </a:t>
            </a:r>
            <a:r>
              <a:rPr dirty="0" sz="1800" spc="-10">
                <a:latin typeface="Trebuchet MS"/>
                <a:cs typeface="Trebuchet MS"/>
              </a:rPr>
              <a:t>Preprocessor</a:t>
            </a:r>
            <a:r>
              <a:rPr dirty="0" sz="1800" spc="-45">
                <a:latin typeface="Trebuchet MS"/>
                <a:cs typeface="Trebuchet MS"/>
              </a:rPr>
              <a:t> </a:t>
            </a:r>
            <a:r>
              <a:rPr dirty="0" sz="1800" spc="-10">
                <a:latin typeface="Trebuchet MS"/>
                <a:cs typeface="Trebuchet MS"/>
              </a:rPr>
              <a:t>Directives:</a:t>
            </a:r>
            <a:endParaRPr sz="1800">
              <a:latin typeface="Trebuchet MS"/>
              <a:cs typeface="Trebuchet MS"/>
            </a:endParaRPr>
          </a:p>
          <a:p>
            <a:pPr lvl="1" marL="731520" indent="-449580">
              <a:lnSpc>
                <a:spcPct val="100000"/>
              </a:lnSpc>
              <a:spcBef>
                <a:spcPts val="1080"/>
              </a:spcBef>
              <a:buClr>
                <a:srgbClr val="000000"/>
              </a:buClr>
              <a:buFont typeface="Arial MT"/>
              <a:buAutoNum type="arabicParenR"/>
              <a:tabLst>
                <a:tab pos="731520" algn="l"/>
              </a:tabLst>
            </a:pPr>
            <a:r>
              <a:rPr dirty="0" sz="1800">
                <a:solidFill>
                  <a:srgbClr val="0070C0"/>
                </a:solidFill>
                <a:latin typeface="Trebuchet MS"/>
                <a:cs typeface="Trebuchet MS"/>
              </a:rPr>
              <a:t>Inclusion</a:t>
            </a:r>
            <a:r>
              <a:rPr dirty="0" sz="1800" spc="-45">
                <a:solidFill>
                  <a:srgbClr val="0070C0"/>
                </a:solidFill>
                <a:latin typeface="Trebuchet MS"/>
                <a:cs typeface="Trebuchet MS"/>
              </a:rPr>
              <a:t> </a:t>
            </a:r>
            <a:r>
              <a:rPr dirty="0" sz="1800" spc="-10">
                <a:solidFill>
                  <a:srgbClr val="0070C0"/>
                </a:solidFill>
                <a:latin typeface="Trebuchet MS"/>
                <a:cs typeface="Trebuchet MS"/>
              </a:rPr>
              <a:t>Directive</a:t>
            </a:r>
            <a:endParaRPr sz="1800">
              <a:latin typeface="Trebuchet MS"/>
              <a:cs typeface="Trebuchet MS"/>
            </a:endParaRPr>
          </a:p>
          <a:p>
            <a:pPr lvl="1" marL="731520" indent="-449580">
              <a:lnSpc>
                <a:spcPct val="100000"/>
              </a:lnSpc>
              <a:spcBef>
                <a:spcPts val="1080"/>
              </a:spcBef>
              <a:buClr>
                <a:srgbClr val="000000"/>
              </a:buClr>
              <a:buFont typeface="Arial MT"/>
              <a:buAutoNum type="arabicParenR"/>
              <a:tabLst>
                <a:tab pos="731520" algn="l"/>
              </a:tabLst>
            </a:pPr>
            <a:r>
              <a:rPr dirty="0" sz="1800">
                <a:solidFill>
                  <a:srgbClr val="0070C0"/>
                </a:solidFill>
                <a:latin typeface="Trebuchet MS"/>
                <a:cs typeface="Trebuchet MS"/>
              </a:rPr>
              <a:t>Macro</a:t>
            </a:r>
            <a:r>
              <a:rPr dirty="0" sz="1800" spc="-40">
                <a:solidFill>
                  <a:srgbClr val="0070C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0070C0"/>
                </a:solidFill>
                <a:latin typeface="Trebuchet MS"/>
                <a:cs typeface="Trebuchet MS"/>
              </a:rPr>
              <a:t>Definition</a:t>
            </a:r>
            <a:r>
              <a:rPr dirty="0" sz="1800" spc="-35">
                <a:solidFill>
                  <a:srgbClr val="0070C0"/>
                </a:solidFill>
                <a:latin typeface="Trebuchet MS"/>
                <a:cs typeface="Trebuchet MS"/>
              </a:rPr>
              <a:t> </a:t>
            </a:r>
            <a:r>
              <a:rPr dirty="0" sz="1800" spc="-10">
                <a:solidFill>
                  <a:srgbClr val="0070C0"/>
                </a:solidFill>
                <a:latin typeface="Trebuchet MS"/>
                <a:cs typeface="Trebuchet MS"/>
              </a:rPr>
              <a:t>Directive</a:t>
            </a:r>
            <a:endParaRPr sz="1800">
              <a:latin typeface="Trebuchet MS"/>
              <a:cs typeface="Trebuchet MS"/>
            </a:endParaRPr>
          </a:p>
          <a:p>
            <a:pPr marL="367665" indent="-354965">
              <a:lnSpc>
                <a:spcPct val="100000"/>
              </a:lnSpc>
              <a:spcBef>
                <a:spcPts val="1080"/>
              </a:spcBef>
              <a:buAutoNum type="arabicParenR"/>
              <a:tabLst>
                <a:tab pos="367665" algn="l"/>
              </a:tabLst>
            </a:pPr>
            <a:r>
              <a:rPr dirty="0" sz="1800" b="1">
                <a:solidFill>
                  <a:srgbClr val="FF0000"/>
                </a:solidFill>
                <a:latin typeface="Trebuchet MS"/>
                <a:cs typeface="Trebuchet MS"/>
              </a:rPr>
              <a:t>Inclusion</a:t>
            </a:r>
            <a:r>
              <a:rPr dirty="0" sz="1800" spc="-45" b="1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dirty="0" sz="1800" spc="-10" b="1">
                <a:solidFill>
                  <a:srgbClr val="FF0000"/>
                </a:solidFill>
                <a:latin typeface="Trebuchet MS"/>
                <a:cs typeface="Trebuchet MS"/>
              </a:rPr>
              <a:t>Directive</a:t>
            </a:r>
            <a:endParaRPr sz="1800">
              <a:latin typeface="Trebuchet MS"/>
              <a:cs typeface="Trebuchet MS"/>
            </a:endParaRPr>
          </a:p>
          <a:p>
            <a:pPr lvl="1" marL="569595" indent="-308610">
              <a:lnSpc>
                <a:spcPct val="100000"/>
              </a:lnSpc>
              <a:spcBef>
                <a:spcPts val="1080"/>
              </a:spcBef>
              <a:buClr>
                <a:srgbClr val="000000"/>
              </a:buClr>
              <a:buFont typeface="Segoe UI Symbol"/>
              <a:buChar char="□"/>
              <a:tabLst>
                <a:tab pos="569595" algn="l"/>
              </a:tabLst>
            </a:pPr>
            <a:r>
              <a:rPr dirty="0" sz="1800">
                <a:solidFill>
                  <a:srgbClr val="273138"/>
                </a:solidFill>
                <a:latin typeface="Trebuchet MS"/>
                <a:cs typeface="Trebuchet MS"/>
              </a:rPr>
              <a:t>This</a:t>
            </a:r>
            <a:r>
              <a:rPr dirty="0" sz="1800" spc="-40">
                <a:solidFill>
                  <a:srgbClr val="273138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273138"/>
                </a:solidFill>
                <a:latin typeface="Trebuchet MS"/>
                <a:cs typeface="Trebuchet MS"/>
              </a:rPr>
              <a:t>type</a:t>
            </a:r>
            <a:r>
              <a:rPr dirty="0" sz="1800" spc="-35">
                <a:solidFill>
                  <a:srgbClr val="273138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273138"/>
                </a:solidFill>
                <a:latin typeface="Trebuchet MS"/>
                <a:cs typeface="Trebuchet MS"/>
              </a:rPr>
              <a:t>of</a:t>
            </a:r>
            <a:r>
              <a:rPr dirty="0" sz="1800" spc="-40">
                <a:solidFill>
                  <a:srgbClr val="273138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273138"/>
                </a:solidFill>
                <a:latin typeface="Trebuchet MS"/>
                <a:cs typeface="Trebuchet MS"/>
              </a:rPr>
              <a:t>preprocessor</a:t>
            </a:r>
            <a:r>
              <a:rPr dirty="0" sz="1800" spc="-35">
                <a:solidFill>
                  <a:srgbClr val="273138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273138"/>
                </a:solidFill>
                <a:latin typeface="Trebuchet MS"/>
                <a:cs typeface="Trebuchet MS"/>
              </a:rPr>
              <a:t>directive</a:t>
            </a:r>
            <a:r>
              <a:rPr dirty="0" sz="1800" spc="-40">
                <a:solidFill>
                  <a:srgbClr val="273138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273138"/>
                </a:solidFill>
                <a:latin typeface="Trebuchet MS"/>
                <a:cs typeface="Trebuchet MS"/>
              </a:rPr>
              <a:t>tells</a:t>
            </a:r>
            <a:r>
              <a:rPr dirty="0" sz="1800" spc="-35">
                <a:solidFill>
                  <a:srgbClr val="273138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273138"/>
                </a:solidFill>
                <a:latin typeface="Trebuchet MS"/>
                <a:cs typeface="Trebuchet MS"/>
              </a:rPr>
              <a:t>the</a:t>
            </a:r>
            <a:r>
              <a:rPr dirty="0" sz="1800" spc="-40">
                <a:solidFill>
                  <a:srgbClr val="273138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273138"/>
                </a:solidFill>
                <a:latin typeface="Trebuchet MS"/>
                <a:cs typeface="Trebuchet MS"/>
              </a:rPr>
              <a:t>compiler</a:t>
            </a:r>
            <a:r>
              <a:rPr dirty="0" sz="1800" spc="-35">
                <a:solidFill>
                  <a:srgbClr val="273138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273138"/>
                </a:solidFill>
                <a:latin typeface="Trebuchet MS"/>
                <a:cs typeface="Trebuchet MS"/>
              </a:rPr>
              <a:t>to</a:t>
            </a:r>
            <a:r>
              <a:rPr dirty="0" sz="1800" spc="-40">
                <a:solidFill>
                  <a:srgbClr val="273138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273138"/>
                </a:solidFill>
                <a:latin typeface="Trebuchet MS"/>
                <a:cs typeface="Trebuchet MS"/>
              </a:rPr>
              <a:t>include</a:t>
            </a:r>
            <a:r>
              <a:rPr dirty="0" sz="1800" spc="-35">
                <a:solidFill>
                  <a:srgbClr val="273138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273138"/>
                </a:solidFill>
                <a:latin typeface="Trebuchet MS"/>
                <a:cs typeface="Trebuchet MS"/>
              </a:rPr>
              <a:t>a</a:t>
            </a:r>
            <a:r>
              <a:rPr dirty="0" sz="1800" spc="-40">
                <a:solidFill>
                  <a:srgbClr val="273138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273138"/>
                </a:solidFill>
                <a:latin typeface="Trebuchet MS"/>
                <a:cs typeface="Trebuchet MS"/>
              </a:rPr>
              <a:t>file</a:t>
            </a:r>
            <a:r>
              <a:rPr dirty="0" sz="1800" spc="-35">
                <a:solidFill>
                  <a:srgbClr val="273138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273138"/>
                </a:solidFill>
                <a:latin typeface="Trebuchet MS"/>
                <a:cs typeface="Trebuchet MS"/>
              </a:rPr>
              <a:t>in</a:t>
            </a:r>
            <a:r>
              <a:rPr dirty="0" sz="1800" spc="-40">
                <a:solidFill>
                  <a:srgbClr val="273138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273138"/>
                </a:solidFill>
                <a:latin typeface="Trebuchet MS"/>
                <a:cs typeface="Trebuchet MS"/>
              </a:rPr>
              <a:t>the</a:t>
            </a:r>
            <a:r>
              <a:rPr dirty="0" sz="1800" spc="-35">
                <a:solidFill>
                  <a:srgbClr val="273138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273138"/>
                </a:solidFill>
                <a:latin typeface="Trebuchet MS"/>
                <a:cs typeface="Trebuchet MS"/>
              </a:rPr>
              <a:t>source</a:t>
            </a:r>
            <a:r>
              <a:rPr dirty="0" sz="1800" spc="-40">
                <a:solidFill>
                  <a:srgbClr val="273138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273138"/>
                </a:solidFill>
                <a:latin typeface="Trebuchet MS"/>
                <a:cs typeface="Trebuchet MS"/>
              </a:rPr>
              <a:t>code</a:t>
            </a:r>
            <a:r>
              <a:rPr dirty="0" sz="1800" spc="-35">
                <a:solidFill>
                  <a:srgbClr val="273138"/>
                </a:solidFill>
                <a:latin typeface="Trebuchet MS"/>
                <a:cs typeface="Trebuchet MS"/>
              </a:rPr>
              <a:t> </a:t>
            </a:r>
            <a:r>
              <a:rPr dirty="0" sz="1800" spc="-10">
                <a:solidFill>
                  <a:srgbClr val="273138"/>
                </a:solidFill>
                <a:latin typeface="Trebuchet MS"/>
                <a:cs typeface="Trebuchet MS"/>
              </a:rPr>
              <a:t>program.</a:t>
            </a:r>
            <a:endParaRPr sz="1800">
              <a:latin typeface="Trebuchet MS"/>
              <a:cs typeface="Trebuchet MS"/>
            </a:endParaRPr>
          </a:p>
          <a:p>
            <a:pPr lvl="1" marL="569595" indent="-308610">
              <a:lnSpc>
                <a:spcPct val="100000"/>
              </a:lnSpc>
              <a:spcBef>
                <a:spcPts val="1080"/>
              </a:spcBef>
              <a:buClr>
                <a:srgbClr val="000000"/>
              </a:buClr>
              <a:buFont typeface="Segoe UI Symbol"/>
              <a:buChar char="□"/>
              <a:tabLst>
                <a:tab pos="569595" algn="l"/>
              </a:tabLst>
            </a:pPr>
            <a:r>
              <a:rPr dirty="0" sz="1800">
                <a:solidFill>
                  <a:srgbClr val="273138"/>
                </a:solidFill>
                <a:latin typeface="Trebuchet MS"/>
                <a:cs typeface="Trebuchet MS"/>
              </a:rPr>
              <a:t>There</a:t>
            </a:r>
            <a:r>
              <a:rPr dirty="0" sz="1800" spc="-40">
                <a:solidFill>
                  <a:srgbClr val="273138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273138"/>
                </a:solidFill>
                <a:latin typeface="Trebuchet MS"/>
                <a:cs typeface="Trebuchet MS"/>
              </a:rPr>
              <a:t>are</a:t>
            </a:r>
            <a:r>
              <a:rPr dirty="0" sz="1800" spc="-35">
                <a:solidFill>
                  <a:srgbClr val="273138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273138"/>
                </a:solidFill>
                <a:latin typeface="Trebuchet MS"/>
                <a:cs typeface="Trebuchet MS"/>
              </a:rPr>
              <a:t>two</a:t>
            </a:r>
            <a:r>
              <a:rPr dirty="0" sz="1800" spc="-35">
                <a:solidFill>
                  <a:srgbClr val="273138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273138"/>
                </a:solidFill>
                <a:latin typeface="Trebuchet MS"/>
                <a:cs typeface="Trebuchet MS"/>
              </a:rPr>
              <a:t>types</a:t>
            </a:r>
            <a:r>
              <a:rPr dirty="0" sz="1800" spc="-35">
                <a:solidFill>
                  <a:srgbClr val="273138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273138"/>
                </a:solidFill>
                <a:latin typeface="Trebuchet MS"/>
                <a:cs typeface="Trebuchet MS"/>
              </a:rPr>
              <a:t>of</a:t>
            </a:r>
            <a:r>
              <a:rPr dirty="0" sz="1800" spc="-35">
                <a:solidFill>
                  <a:srgbClr val="273138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273138"/>
                </a:solidFill>
                <a:latin typeface="Trebuchet MS"/>
                <a:cs typeface="Trebuchet MS"/>
              </a:rPr>
              <a:t>files</a:t>
            </a:r>
            <a:r>
              <a:rPr dirty="0" sz="1800" spc="-35">
                <a:solidFill>
                  <a:srgbClr val="273138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273138"/>
                </a:solidFill>
                <a:latin typeface="Trebuchet MS"/>
                <a:cs typeface="Trebuchet MS"/>
              </a:rPr>
              <a:t>that</a:t>
            </a:r>
            <a:r>
              <a:rPr dirty="0" sz="1800" spc="-35">
                <a:solidFill>
                  <a:srgbClr val="273138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273138"/>
                </a:solidFill>
                <a:latin typeface="Trebuchet MS"/>
                <a:cs typeface="Trebuchet MS"/>
              </a:rPr>
              <a:t>can</a:t>
            </a:r>
            <a:r>
              <a:rPr dirty="0" sz="1800" spc="-35">
                <a:solidFill>
                  <a:srgbClr val="273138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273138"/>
                </a:solidFill>
                <a:latin typeface="Trebuchet MS"/>
                <a:cs typeface="Trebuchet MS"/>
              </a:rPr>
              <a:t>be</a:t>
            </a:r>
            <a:r>
              <a:rPr dirty="0" sz="1800" spc="-35">
                <a:solidFill>
                  <a:srgbClr val="273138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273138"/>
                </a:solidFill>
                <a:latin typeface="Trebuchet MS"/>
                <a:cs typeface="Trebuchet MS"/>
              </a:rPr>
              <a:t>included</a:t>
            </a:r>
            <a:r>
              <a:rPr dirty="0" sz="1800" spc="-35">
                <a:solidFill>
                  <a:srgbClr val="273138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273138"/>
                </a:solidFill>
                <a:latin typeface="Trebuchet MS"/>
                <a:cs typeface="Trebuchet MS"/>
              </a:rPr>
              <a:t>by</a:t>
            </a:r>
            <a:r>
              <a:rPr dirty="0" sz="1800" spc="-35">
                <a:solidFill>
                  <a:srgbClr val="273138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273138"/>
                </a:solidFill>
                <a:latin typeface="Trebuchet MS"/>
                <a:cs typeface="Trebuchet MS"/>
              </a:rPr>
              <a:t>the</a:t>
            </a:r>
            <a:r>
              <a:rPr dirty="0" sz="1800" spc="-35">
                <a:solidFill>
                  <a:srgbClr val="273138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273138"/>
                </a:solidFill>
                <a:latin typeface="Trebuchet MS"/>
                <a:cs typeface="Trebuchet MS"/>
              </a:rPr>
              <a:t>user</a:t>
            </a:r>
            <a:r>
              <a:rPr dirty="0" sz="1800" spc="-35">
                <a:solidFill>
                  <a:srgbClr val="273138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273138"/>
                </a:solidFill>
                <a:latin typeface="Trebuchet MS"/>
                <a:cs typeface="Trebuchet MS"/>
              </a:rPr>
              <a:t>in</a:t>
            </a:r>
            <a:r>
              <a:rPr dirty="0" sz="1800" spc="-35">
                <a:solidFill>
                  <a:srgbClr val="273138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273138"/>
                </a:solidFill>
                <a:latin typeface="Trebuchet MS"/>
                <a:cs typeface="Trebuchet MS"/>
              </a:rPr>
              <a:t>the</a:t>
            </a:r>
            <a:r>
              <a:rPr dirty="0" sz="1800" spc="-35">
                <a:solidFill>
                  <a:srgbClr val="273138"/>
                </a:solidFill>
                <a:latin typeface="Trebuchet MS"/>
                <a:cs typeface="Trebuchet MS"/>
              </a:rPr>
              <a:t> </a:t>
            </a:r>
            <a:r>
              <a:rPr dirty="0" sz="1800" spc="-10">
                <a:solidFill>
                  <a:srgbClr val="273138"/>
                </a:solidFill>
                <a:latin typeface="Trebuchet MS"/>
                <a:cs typeface="Trebuchet MS"/>
              </a:rPr>
              <a:t>program:</a:t>
            </a:r>
            <a:endParaRPr sz="1800">
              <a:latin typeface="Trebuchet MS"/>
              <a:cs typeface="Trebuchet MS"/>
            </a:endParaRPr>
          </a:p>
          <a:p>
            <a:pPr lvl="2" marL="882650" indent="-151130">
              <a:lnSpc>
                <a:spcPct val="100000"/>
              </a:lnSpc>
              <a:spcBef>
                <a:spcPts val="1080"/>
              </a:spcBef>
              <a:buChar char="-"/>
              <a:tabLst>
                <a:tab pos="882650" algn="l"/>
              </a:tabLst>
            </a:pPr>
            <a:r>
              <a:rPr dirty="0" sz="1800" b="1">
                <a:solidFill>
                  <a:srgbClr val="0070C0"/>
                </a:solidFill>
                <a:latin typeface="Trebuchet MS"/>
                <a:cs typeface="Trebuchet MS"/>
              </a:rPr>
              <a:t>Header</a:t>
            </a:r>
            <a:r>
              <a:rPr dirty="0" sz="1800" spc="-65" b="1">
                <a:solidFill>
                  <a:srgbClr val="0070C0"/>
                </a:solidFill>
                <a:latin typeface="Trebuchet MS"/>
                <a:cs typeface="Trebuchet MS"/>
              </a:rPr>
              <a:t> </a:t>
            </a:r>
            <a:r>
              <a:rPr dirty="0" sz="1800" b="1">
                <a:solidFill>
                  <a:srgbClr val="0070C0"/>
                </a:solidFill>
                <a:latin typeface="Trebuchet MS"/>
                <a:cs typeface="Trebuchet MS"/>
              </a:rPr>
              <a:t>files</a:t>
            </a:r>
            <a:r>
              <a:rPr dirty="0" sz="1800" spc="-60" b="1">
                <a:solidFill>
                  <a:srgbClr val="0070C0"/>
                </a:solidFill>
                <a:latin typeface="Trebuchet MS"/>
                <a:cs typeface="Trebuchet MS"/>
              </a:rPr>
              <a:t> </a:t>
            </a:r>
            <a:r>
              <a:rPr dirty="0" sz="1800" b="1">
                <a:solidFill>
                  <a:srgbClr val="0070C0"/>
                </a:solidFill>
                <a:latin typeface="Trebuchet MS"/>
                <a:cs typeface="Trebuchet MS"/>
              </a:rPr>
              <a:t>or</a:t>
            </a:r>
            <a:r>
              <a:rPr dirty="0" sz="1800" spc="-60" b="1">
                <a:solidFill>
                  <a:srgbClr val="0070C0"/>
                </a:solidFill>
                <a:latin typeface="Trebuchet MS"/>
                <a:cs typeface="Trebuchet MS"/>
              </a:rPr>
              <a:t> </a:t>
            </a:r>
            <a:r>
              <a:rPr dirty="0" sz="1800" b="1">
                <a:solidFill>
                  <a:srgbClr val="0070C0"/>
                </a:solidFill>
                <a:latin typeface="Trebuchet MS"/>
                <a:cs typeface="Trebuchet MS"/>
              </a:rPr>
              <a:t>Standard</a:t>
            </a:r>
            <a:r>
              <a:rPr dirty="0" sz="1800" spc="-60" b="1">
                <a:solidFill>
                  <a:srgbClr val="0070C0"/>
                </a:solidFill>
                <a:latin typeface="Trebuchet MS"/>
                <a:cs typeface="Trebuchet MS"/>
              </a:rPr>
              <a:t> </a:t>
            </a:r>
            <a:r>
              <a:rPr dirty="0" sz="1800" spc="-10" b="1">
                <a:solidFill>
                  <a:srgbClr val="0070C0"/>
                </a:solidFill>
                <a:latin typeface="Trebuchet MS"/>
                <a:cs typeface="Trebuchet MS"/>
              </a:rPr>
              <a:t>files</a:t>
            </a:r>
            <a:endParaRPr sz="1800">
              <a:latin typeface="Trebuchet MS"/>
              <a:cs typeface="Trebuchet MS"/>
            </a:endParaRPr>
          </a:p>
          <a:p>
            <a:pPr lvl="2" marL="882650" indent="-151130">
              <a:lnSpc>
                <a:spcPct val="100000"/>
              </a:lnSpc>
              <a:spcBef>
                <a:spcPts val="1080"/>
              </a:spcBef>
              <a:buChar char="-"/>
              <a:tabLst>
                <a:tab pos="882650" algn="l"/>
              </a:tabLst>
            </a:pPr>
            <a:r>
              <a:rPr dirty="0" sz="1800" spc="-20" b="1">
                <a:solidFill>
                  <a:srgbClr val="0070C0"/>
                </a:solidFill>
                <a:latin typeface="Trebuchet MS"/>
                <a:cs typeface="Trebuchet MS"/>
              </a:rPr>
              <a:t>User-</a:t>
            </a:r>
            <a:r>
              <a:rPr dirty="0" sz="1800" b="1">
                <a:solidFill>
                  <a:srgbClr val="0070C0"/>
                </a:solidFill>
                <a:latin typeface="Trebuchet MS"/>
                <a:cs typeface="Trebuchet MS"/>
              </a:rPr>
              <a:t>defined</a:t>
            </a:r>
            <a:r>
              <a:rPr dirty="0" sz="1800" spc="-70" b="1">
                <a:solidFill>
                  <a:srgbClr val="0070C0"/>
                </a:solidFill>
                <a:latin typeface="Trebuchet MS"/>
                <a:cs typeface="Trebuchet MS"/>
              </a:rPr>
              <a:t> </a:t>
            </a:r>
            <a:r>
              <a:rPr dirty="0" sz="1800" spc="-10" b="1">
                <a:solidFill>
                  <a:srgbClr val="0070C0"/>
                </a:solidFill>
                <a:latin typeface="Trebuchet MS"/>
                <a:cs typeface="Trebuchet MS"/>
              </a:rPr>
              <a:t>files</a:t>
            </a:r>
            <a:endParaRPr sz="1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84299" rIns="0" bIns="0" rtlCol="0" vert="horz">
            <a:spAutoFit/>
          </a:bodyPr>
          <a:lstStyle/>
          <a:p>
            <a:pPr marL="51435">
              <a:lnSpc>
                <a:spcPct val="100000"/>
              </a:lnSpc>
              <a:spcBef>
                <a:spcPts val="100"/>
              </a:spcBef>
            </a:pPr>
            <a:r>
              <a:rPr dirty="0" sz="2800" spc="-10">
                <a:latin typeface="Trebuchet MS"/>
                <a:cs typeface="Trebuchet MS"/>
              </a:rPr>
              <a:t>Directives</a:t>
            </a:r>
            <a:endParaRPr sz="2800">
              <a:latin typeface="Trebuchet MS"/>
              <a:cs typeface="Trebuchet MS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680249" y="1819820"/>
            <a:ext cx="10905490" cy="3317240"/>
          </a:xfrm>
          <a:prstGeom prst="rect">
            <a:avLst/>
          </a:prstGeom>
        </p:spPr>
        <p:txBody>
          <a:bodyPr wrap="square" lIns="0" tIns="1498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80"/>
              </a:spcBef>
            </a:pPr>
            <a:r>
              <a:rPr dirty="0" sz="1800" b="1">
                <a:solidFill>
                  <a:srgbClr val="0070C0"/>
                </a:solidFill>
                <a:latin typeface="Trebuchet MS"/>
                <a:cs typeface="Trebuchet MS"/>
              </a:rPr>
              <a:t>Header</a:t>
            </a:r>
            <a:r>
              <a:rPr dirty="0" sz="1800" spc="-65" b="1">
                <a:solidFill>
                  <a:srgbClr val="0070C0"/>
                </a:solidFill>
                <a:latin typeface="Trebuchet MS"/>
                <a:cs typeface="Trebuchet MS"/>
              </a:rPr>
              <a:t> </a:t>
            </a:r>
            <a:r>
              <a:rPr dirty="0" sz="1800" b="1">
                <a:solidFill>
                  <a:srgbClr val="0070C0"/>
                </a:solidFill>
                <a:latin typeface="Trebuchet MS"/>
                <a:cs typeface="Trebuchet MS"/>
              </a:rPr>
              <a:t>files</a:t>
            </a:r>
            <a:r>
              <a:rPr dirty="0" sz="1800" spc="-60" b="1">
                <a:solidFill>
                  <a:srgbClr val="0070C0"/>
                </a:solidFill>
                <a:latin typeface="Trebuchet MS"/>
                <a:cs typeface="Trebuchet MS"/>
              </a:rPr>
              <a:t> </a:t>
            </a:r>
            <a:r>
              <a:rPr dirty="0" sz="1800" b="1">
                <a:solidFill>
                  <a:srgbClr val="0070C0"/>
                </a:solidFill>
                <a:latin typeface="Trebuchet MS"/>
                <a:cs typeface="Trebuchet MS"/>
              </a:rPr>
              <a:t>or</a:t>
            </a:r>
            <a:r>
              <a:rPr dirty="0" sz="1800" spc="-60" b="1">
                <a:solidFill>
                  <a:srgbClr val="0070C0"/>
                </a:solidFill>
                <a:latin typeface="Trebuchet MS"/>
                <a:cs typeface="Trebuchet MS"/>
              </a:rPr>
              <a:t> </a:t>
            </a:r>
            <a:r>
              <a:rPr dirty="0" sz="1800" b="1">
                <a:solidFill>
                  <a:srgbClr val="0070C0"/>
                </a:solidFill>
                <a:latin typeface="Trebuchet MS"/>
                <a:cs typeface="Trebuchet MS"/>
              </a:rPr>
              <a:t>Standard</a:t>
            </a:r>
            <a:r>
              <a:rPr dirty="0" sz="1800" spc="-60" b="1">
                <a:solidFill>
                  <a:srgbClr val="0070C0"/>
                </a:solidFill>
                <a:latin typeface="Trebuchet MS"/>
                <a:cs typeface="Trebuchet MS"/>
              </a:rPr>
              <a:t> </a:t>
            </a:r>
            <a:r>
              <a:rPr dirty="0" sz="1800" spc="-10" b="1">
                <a:solidFill>
                  <a:srgbClr val="0070C0"/>
                </a:solidFill>
                <a:latin typeface="Trebuchet MS"/>
                <a:cs typeface="Trebuchet MS"/>
              </a:rPr>
              <a:t>files</a:t>
            </a:r>
            <a:endParaRPr sz="1800">
              <a:latin typeface="Trebuchet MS"/>
              <a:cs typeface="Trebuchet MS"/>
            </a:endParaRPr>
          </a:p>
          <a:p>
            <a:pPr marL="569595" marR="214629" indent="-252095">
              <a:lnSpc>
                <a:spcPct val="150000"/>
              </a:lnSpc>
              <a:buClr>
                <a:srgbClr val="000000"/>
              </a:buClr>
              <a:buFont typeface="Arial MT"/>
              <a:buChar char="•"/>
              <a:tabLst>
                <a:tab pos="569595" algn="l"/>
              </a:tabLst>
            </a:pPr>
            <a:r>
              <a:rPr dirty="0" sz="1800">
                <a:solidFill>
                  <a:srgbClr val="273138"/>
                </a:solidFill>
                <a:latin typeface="Trebuchet MS"/>
                <a:cs typeface="Trebuchet MS"/>
              </a:rPr>
              <a:t>These</a:t>
            </a:r>
            <a:r>
              <a:rPr dirty="0" sz="1800" spc="-65">
                <a:solidFill>
                  <a:srgbClr val="273138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273138"/>
                </a:solidFill>
                <a:latin typeface="Trebuchet MS"/>
                <a:cs typeface="Trebuchet MS"/>
              </a:rPr>
              <a:t>files</a:t>
            </a:r>
            <a:r>
              <a:rPr dirty="0" sz="1800" spc="-60">
                <a:solidFill>
                  <a:srgbClr val="273138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273138"/>
                </a:solidFill>
                <a:latin typeface="Trebuchet MS"/>
                <a:cs typeface="Trebuchet MS"/>
              </a:rPr>
              <a:t>contain</a:t>
            </a:r>
            <a:r>
              <a:rPr dirty="0" sz="1800" spc="-60">
                <a:solidFill>
                  <a:srgbClr val="273138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273138"/>
                </a:solidFill>
                <a:latin typeface="Trebuchet MS"/>
                <a:cs typeface="Trebuchet MS"/>
              </a:rPr>
              <a:t>definitions</a:t>
            </a:r>
            <a:r>
              <a:rPr dirty="0" sz="1800" spc="-60">
                <a:solidFill>
                  <a:srgbClr val="273138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273138"/>
                </a:solidFill>
                <a:latin typeface="Trebuchet MS"/>
                <a:cs typeface="Trebuchet MS"/>
              </a:rPr>
              <a:t>of</a:t>
            </a:r>
            <a:r>
              <a:rPr dirty="0" sz="1800" spc="-60">
                <a:solidFill>
                  <a:srgbClr val="273138"/>
                </a:solidFill>
                <a:latin typeface="Trebuchet MS"/>
                <a:cs typeface="Trebuchet MS"/>
              </a:rPr>
              <a:t> </a:t>
            </a:r>
            <a:r>
              <a:rPr dirty="0" sz="1800" spc="-20">
                <a:solidFill>
                  <a:srgbClr val="273138"/>
                </a:solidFill>
                <a:latin typeface="Trebuchet MS"/>
                <a:cs typeface="Trebuchet MS"/>
              </a:rPr>
              <a:t>pre-</a:t>
            </a:r>
            <a:r>
              <a:rPr dirty="0" sz="1800">
                <a:solidFill>
                  <a:srgbClr val="273138"/>
                </a:solidFill>
                <a:latin typeface="Trebuchet MS"/>
                <a:cs typeface="Trebuchet MS"/>
              </a:rPr>
              <a:t>defined</a:t>
            </a:r>
            <a:r>
              <a:rPr dirty="0" sz="1800" spc="-60">
                <a:solidFill>
                  <a:srgbClr val="273138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273138"/>
                </a:solidFill>
                <a:latin typeface="Trebuchet MS"/>
                <a:cs typeface="Trebuchet MS"/>
              </a:rPr>
              <a:t>functions</a:t>
            </a:r>
            <a:r>
              <a:rPr dirty="0" sz="1800" spc="-60">
                <a:solidFill>
                  <a:srgbClr val="273138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273138"/>
                </a:solidFill>
                <a:latin typeface="Trebuchet MS"/>
                <a:cs typeface="Trebuchet MS"/>
              </a:rPr>
              <a:t>like</a:t>
            </a:r>
            <a:r>
              <a:rPr dirty="0" sz="1800" spc="-10">
                <a:solidFill>
                  <a:srgbClr val="273138"/>
                </a:solidFill>
                <a:latin typeface="Trebuchet MS"/>
                <a:cs typeface="Trebuchet MS"/>
              </a:rPr>
              <a:t> </a:t>
            </a:r>
            <a:r>
              <a:rPr dirty="0" sz="1800" b="1">
                <a:solidFill>
                  <a:srgbClr val="273138"/>
                </a:solidFill>
                <a:latin typeface="Trebuchet MS"/>
                <a:cs typeface="Trebuchet MS"/>
              </a:rPr>
              <a:t>printf(),</a:t>
            </a:r>
            <a:r>
              <a:rPr dirty="0" sz="1800" spc="-60" b="1">
                <a:solidFill>
                  <a:srgbClr val="273138"/>
                </a:solidFill>
                <a:latin typeface="Trebuchet MS"/>
                <a:cs typeface="Trebuchet MS"/>
              </a:rPr>
              <a:t> </a:t>
            </a:r>
            <a:r>
              <a:rPr dirty="0" sz="1800" b="1">
                <a:solidFill>
                  <a:srgbClr val="273138"/>
                </a:solidFill>
                <a:latin typeface="Trebuchet MS"/>
                <a:cs typeface="Trebuchet MS"/>
              </a:rPr>
              <a:t>scanf(),</a:t>
            </a:r>
            <a:r>
              <a:rPr dirty="0" sz="1800" spc="-55" b="1">
                <a:solidFill>
                  <a:srgbClr val="273138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273138"/>
                </a:solidFill>
                <a:latin typeface="Trebuchet MS"/>
                <a:cs typeface="Trebuchet MS"/>
              </a:rPr>
              <a:t>etc.</a:t>
            </a:r>
            <a:r>
              <a:rPr dirty="0" sz="1800" spc="-85">
                <a:solidFill>
                  <a:srgbClr val="273138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273138"/>
                </a:solidFill>
                <a:latin typeface="Trebuchet MS"/>
                <a:cs typeface="Trebuchet MS"/>
              </a:rPr>
              <a:t>These</a:t>
            </a:r>
            <a:r>
              <a:rPr dirty="0" sz="1800" spc="-60">
                <a:solidFill>
                  <a:srgbClr val="273138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273138"/>
                </a:solidFill>
                <a:latin typeface="Trebuchet MS"/>
                <a:cs typeface="Trebuchet MS"/>
              </a:rPr>
              <a:t>files</a:t>
            </a:r>
            <a:r>
              <a:rPr dirty="0" sz="1800" spc="-60">
                <a:solidFill>
                  <a:srgbClr val="273138"/>
                </a:solidFill>
                <a:latin typeface="Trebuchet MS"/>
                <a:cs typeface="Trebuchet MS"/>
              </a:rPr>
              <a:t> </a:t>
            </a:r>
            <a:r>
              <a:rPr dirty="0" sz="1800" spc="-20">
                <a:solidFill>
                  <a:srgbClr val="273138"/>
                </a:solidFill>
                <a:latin typeface="Trebuchet MS"/>
                <a:cs typeface="Trebuchet MS"/>
              </a:rPr>
              <a:t>must </a:t>
            </a:r>
            <a:r>
              <a:rPr dirty="0" sz="1800">
                <a:solidFill>
                  <a:srgbClr val="273138"/>
                </a:solidFill>
                <a:latin typeface="Trebuchet MS"/>
                <a:cs typeface="Trebuchet MS"/>
              </a:rPr>
              <a:t>be</a:t>
            </a:r>
            <a:r>
              <a:rPr dirty="0" sz="1800" spc="-35">
                <a:solidFill>
                  <a:srgbClr val="273138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273138"/>
                </a:solidFill>
                <a:latin typeface="Trebuchet MS"/>
                <a:cs typeface="Trebuchet MS"/>
              </a:rPr>
              <a:t>included</a:t>
            </a:r>
            <a:r>
              <a:rPr dirty="0" sz="1800" spc="-30">
                <a:solidFill>
                  <a:srgbClr val="273138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273138"/>
                </a:solidFill>
                <a:latin typeface="Trebuchet MS"/>
                <a:cs typeface="Trebuchet MS"/>
              </a:rPr>
              <a:t>to</a:t>
            </a:r>
            <a:r>
              <a:rPr dirty="0" sz="1800" spc="-30">
                <a:solidFill>
                  <a:srgbClr val="273138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273138"/>
                </a:solidFill>
                <a:latin typeface="Trebuchet MS"/>
                <a:cs typeface="Trebuchet MS"/>
              </a:rPr>
              <a:t>work</a:t>
            </a:r>
            <a:r>
              <a:rPr dirty="0" sz="1800" spc="-35">
                <a:solidFill>
                  <a:srgbClr val="273138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273138"/>
                </a:solidFill>
                <a:latin typeface="Trebuchet MS"/>
                <a:cs typeface="Trebuchet MS"/>
              </a:rPr>
              <a:t>with</a:t>
            </a:r>
            <a:r>
              <a:rPr dirty="0" sz="1800" spc="-30">
                <a:solidFill>
                  <a:srgbClr val="273138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273138"/>
                </a:solidFill>
                <a:latin typeface="Trebuchet MS"/>
                <a:cs typeface="Trebuchet MS"/>
              </a:rPr>
              <a:t>these</a:t>
            </a:r>
            <a:r>
              <a:rPr dirty="0" sz="1800" spc="-30">
                <a:solidFill>
                  <a:srgbClr val="273138"/>
                </a:solidFill>
                <a:latin typeface="Trebuchet MS"/>
                <a:cs typeface="Trebuchet MS"/>
              </a:rPr>
              <a:t> </a:t>
            </a:r>
            <a:r>
              <a:rPr dirty="0" sz="1800" spc="-10">
                <a:solidFill>
                  <a:srgbClr val="273138"/>
                </a:solidFill>
                <a:latin typeface="Trebuchet MS"/>
                <a:cs typeface="Trebuchet MS"/>
              </a:rPr>
              <a:t>functions.</a:t>
            </a:r>
            <a:endParaRPr sz="1800">
              <a:latin typeface="Trebuchet MS"/>
              <a:cs typeface="Trebuchet MS"/>
            </a:endParaRPr>
          </a:p>
          <a:p>
            <a:pPr marL="638175" indent="-320040">
              <a:lnSpc>
                <a:spcPct val="100000"/>
              </a:lnSpc>
              <a:spcBef>
                <a:spcPts val="1080"/>
              </a:spcBef>
              <a:buClr>
                <a:srgbClr val="000000"/>
              </a:buClr>
              <a:buFont typeface="Arial MT"/>
              <a:buChar char="•"/>
              <a:tabLst>
                <a:tab pos="638175" algn="l"/>
              </a:tabLst>
            </a:pPr>
            <a:r>
              <a:rPr dirty="0" sz="1800">
                <a:solidFill>
                  <a:srgbClr val="273138"/>
                </a:solidFill>
                <a:latin typeface="Trebuchet MS"/>
                <a:cs typeface="Trebuchet MS"/>
              </a:rPr>
              <a:t>Different</a:t>
            </a:r>
            <a:r>
              <a:rPr dirty="0" sz="1800" spc="-80">
                <a:solidFill>
                  <a:srgbClr val="273138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273138"/>
                </a:solidFill>
                <a:latin typeface="Trebuchet MS"/>
                <a:cs typeface="Trebuchet MS"/>
              </a:rPr>
              <a:t>functions</a:t>
            </a:r>
            <a:r>
              <a:rPr dirty="0" sz="1800" spc="-80">
                <a:solidFill>
                  <a:srgbClr val="273138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273138"/>
                </a:solidFill>
                <a:latin typeface="Trebuchet MS"/>
                <a:cs typeface="Trebuchet MS"/>
              </a:rPr>
              <a:t>are</a:t>
            </a:r>
            <a:r>
              <a:rPr dirty="0" sz="1800" spc="-75">
                <a:solidFill>
                  <a:srgbClr val="273138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273138"/>
                </a:solidFill>
                <a:latin typeface="Trebuchet MS"/>
                <a:cs typeface="Trebuchet MS"/>
              </a:rPr>
              <a:t>declared</a:t>
            </a:r>
            <a:r>
              <a:rPr dirty="0" sz="1800" spc="-80">
                <a:solidFill>
                  <a:srgbClr val="273138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273138"/>
                </a:solidFill>
                <a:latin typeface="Trebuchet MS"/>
                <a:cs typeface="Trebuchet MS"/>
              </a:rPr>
              <a:t>in</a:t>
            </a:r>
            <a:r>
              <a:rPr dirty="0" sz="1800" spc="-75">
                <a:solidFill>
                  <a:srgbClr val="273138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273138"/>
                </a:solidFill>
                <a:latin typeface="Trebuchet MS"/>
                <a:cs typeface="Trebuchet MS"/>
              </a:rPr>
              <a:t>different</a:t>
            </a:r>
            <a:r>
              <a:rPr dirty="0" sz="1800" spc="-80">
                <a:solidFill>
                  <a:srgbClr val="273138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273138"/>
                </a:solidFill>
                <a:latin typeface="Trebuchet MS"/>
                <a:cs typeface="Trebuchet MS"/>
              </a:rPr>
              <a:t>header</a:t>
            </a:r>
            <a:r>
              <a:rPr dirty="0" sz="1800" spc="-75">
                <a:solidFill>
                  <a:srgbClr val="273138"/>
                </a:solidFill>
                <a:latin typeface="Trebuchet MS"/>
                <a:cs typeface="Trebuchet MS"/>
              </a:rPr>
              <a:t> </a:t>
            </a:r>
            <a:r>
              <a:rPr dirty="0" sz="1800" spc="-10">
                <a:solidFill>
                  <a:srgbClr val="273138"/>
                </a:solidFill>
                <a:latin typeface="Trebuchet MS"/>
                <a:cs typeface="Trebuchet MS"/>
              </a:rPr>
              <a:t>files.</a:t>
            </a:r>
            <a:endParaRPr sz="1800">
              <a:latin typeface="Trebuchet MS"/>
              <a:cs typeface="Trebuchet MS"/>
            </a:endParaRPr>
          </a:p>
          <a:p>
            <a:pPr marL="569595" indent="-251460">
              <a:lnSpc>
                <a:spcPct val="100000"/>
              </a:lnSpc>
              <a:spcBef>
                <a:spcPts val="1080"/>
              </a:spcBef>
              <a:buFont typeface="Arial MT"/>
              <a:buChar char="•"/>
              <a:tabLst>
                <a:tab pos="569595" algn="l"/>
              </a:tabLst>
            </a:pPr>
            <a:r>
              <a:rPr dirty="0" sz="1800" spc="-10">
                <a:latin typeface="Trebuchet MS"/>
                <a:cs typeface="Trebuchet MS"/>
              </a:rPr>
              <a:t>Syntax:</a:t>
            </a:r>
            <a:endParaRPr sz="1800">
              <a:latin typeface="Trebuchet MS"/>
              <a:cs typeface="Trebuchet MS"/>
            </a:endParaRPr>
          </a:p>
          <a:p>
            <a:pPr marL="469900">
              <a:lnSpc>
                <a:spcPct val="100000"/>
              </a:lnSpc>
              <a:spcBef>
                <a:spcPts val="1080"/>
              </a:spcBef>
            </a:pPr>
            <a:r>
              <a:rPr dirty="0" sz="1800">
                <a:solidFill>
                  <a:srgbClr val="FF0000"/>
                </a:solidFill>
                <a:latin typeface="Trebuchet MS"/>
                <a:cs typeface="Trebuchet MS"/>
              </a:rPr>
              <a:t>#include&lt;</a:t>
            </a:r>
            <a:r>
              <a:rPr dirty="0" sz="1800" spc="-125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FF0000"/>
                </a:solidFill>
                <a:latin typeface="Trebuchet MS"/>
                <a:cs typeface="Trebuchet MS"/>
              </a:rPr>
              <a:t>file_name</a:t>
            </a:r>
            <a:r>
              <a:rPr dirty="0" sz="1800" spc="-125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dirty="0" sz="1800" spc="-50">
                <a:solidFill>
                  <a:srgbClr val="FF0000"/>
                </a:solidFill>
                <a:latin typeface="Trebuchet MS"/>
                <a:cs typeface="Trebuchet MS"/>
              </a:rPr>
              <a:t>&gt;</a:t>
            </a:r>
            <a:endParaRPr sz="1800">
              <a:latin typeface="Trebuchet MS"/>
              <a:cs typeface="Trebuchet MS"/>
            </a:endParaRPr>
          </a:p>
          <a:p>
            <a:pPr marL="569595" marR="5080" indent="-252095">
              <a:lnSpc>
                <a:spcPct val="150000"/>
              </a:lnSpc>
              <a:buFont typeface="Arial MT"/>
              <a:buChar char="•"/>
              <a:tabLst>
                <a:tab pos="569595" algn="l"/>
              </a:tabLst>
            </a:pPr>
            <a:r>
              <a:rPr dirty="0" sz="1800">
                <a:latin typeface="Trebuchet MS"/>
                <a:cs typeface="Trebuchet MS"/>
              </a:rPr>
              <a:t>where</a:t>
            </a:r>
            <a:r>
              <a:rPr dirty="0" sz="1800" spc="-45"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FFC000"/>
                </a:solidFill>
                <a:latin typeface="Trebuchet MS"/>
                <a:cs typeface="Trebuchet MS"/>
              </a:rPr>
              <a:t>file_name</a:t>
            </a:r>
            <a:r>
              <a:rPr dirty="0" sz="1800" spc="-35">
                <a:solidFill>
                  <a:srgbClr val="FFC00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is</a:t>
            </a:r>
            <a:r>
              <a:rPr dirty="0" sz="1800" spc="-4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the</a:t>
            </a:r>
            <a:r>
              <a:rPr dirty="0" sz="1800" spc="-4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name</a:t>
            </a:r>
            <a:r>
              <a:rPr dirty="0" sz="1800" spc="-4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of</a:t>
            </a:r>
            <a:r>
              <a:rPr dirty="0" sz="1800" spc="-4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the</a:t>
            </a:r>
            <a:r>
              <a:rPr dirty="0" sz="1800" spc="-4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file</a:t>
            </a:r>
            <a:r>
              <a:rPr dirty="0" sz="1800" spc="-4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to</a:t>
            </a:r>
            <a:r>
              <a:rPr dirty="0" sz="1800" spc="-4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be</a:t>
            </a:r>
            <a:r>
              <a:rPr dirty="0" sz="1800" spc="-4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included.</a:t>
            </a:r>
            <a:r>
              <a:rPr dirty="0" sz="1800" spc="-7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The</a:t>
            </a:r>
            <a:r>
              <a:rPr dirty="0" sz="1800" spc="-15"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FFC000"/>
                </a:solidFill>
                <a:latin typeface="Trebuchet MS"/>
                <a:cs typeface="Trebuchet MS"/>
              </a:rPr>
              <a:t>‘&lt;‘</a:t>
            </a:r>
            <a:r>
              <a:rPr dirty="0" sz="1800" spc="-45">
                <a:solidFill>
                  <a:srgbClr val="FFC00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FFC000"/>
                </a:solidFill>
                <a:latin typeface="Trebuchet MS"/>
                <a:cs typeface="Trebuchet MS"/>
              </a:rPr>
              <a:t>and</a:t>
            </a:r>
            <a:r>
              <a:rPr dirty="0" sz="1800" spc="-45">
                <a:solidFill>
                  <a:srgbClr val="FFC00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FFC000"/>
                </a:solidFill>
                <a:latin typeface="Trebuchet MS"/>
                <a:cs typeface="Trebuchet MS"/>
              </a:rPr>
              <a:t>‘&gt;’</a:t>
            </a:r>
            <a:r>
              <a:rPr dirty="0" sz="1800" spc="-100">
                <a:solidFill>
                  <a:srgbClr val="FFC00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brackets</a:t>
            </a:r>
            <a:r>
              <a:rPr dirty="0" sz="1800" spc="-4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tell</a:t>
            </a:r>
            <a:r>
              <a:rPr dirty="0" sz="1800" spc="-4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the</a:t>
            </a:r>
            <a:r>
              <a:rPr dirty="0" sz="1800" spc="-4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compiler</a:t>
            </a:r>
            <a:r>
              <a:rPr dirty="0" sz="1800" spc="-45">
                <a:latin typeface="Trebuchet MS"/>
                <a:cs typeface="Trebuchet MS"/>
              </a:rPr>
              <a:t> </a:t>
            </a:r>
            <a:r>
              <a:rPr dirty="0" sz="1800" spc="-25">
                <a:latin typeface="Trebuchet MS"/>
                <a:cs typeface="Trebuchet MS"/>
              </a:rPr>
              <a:t>to </a:t>
            </a:r>
            <a:r>
              <a:rPr dirty="0" sz="1800">
                <a:latin typeface="Trebuchet MS"/>
                <a:cs typeface="Trebuchet MS"/>
              </a:rPr>
              <a:t>look</a:t>
            </a:r>
            <a:r>
              <a:rPr dirty="0" sz="1800" spc="-4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for</a:t>
            </a:r>
            <a:r>
              <a:rPr dirty="0" sz="1800" spc="-4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the</a:t>
            </a:r>
            <a:r>
              <a:rPr dirty="0" sz="1800" spc="-4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file</a:t>
            </a:r>
            <a:r>
              <a:rPr dirty="0" sz="1800" spc="-4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in</a:t>
            </a:r>
            <a:r>
              <a:rPr dirty="0" sz="1800" spc="-4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the</a:t>
            </a:r>
            <a:r>
              <a:rPr dirty="0" sz="1800" spc="-3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standard</a:t>
            </a:r>
            <a:r>
              <a:rPr dirty="0" sz="1800" spc="-40">
                <a:latin typeface="Trebuchet MS"/>
                <a:cs typeface="Trebuchet MS"/>
              </a:rPr>
              <a:t> </a:t>
            </a:r>
            <a:r>
              <a:rPr dirty="0" sz="1800" spc="-10">
                <a:latin typeface="Trebuchet MS"/>
                <a:cs typeface="Trebuchet MS"/>
              </a:rPr>
              <a:t>directory.</a:t>
            </a:r>
            <a:endParaRPr sz="1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84299" rIns="0" bIns="0" rtlCol="0" vert="horz">
            <a:spAutoFit/>
          </a:bodyPr>
          <a:lstStyle/>
          <a:p>
            <a:pPr marL="51435">
              <a:lnSpc>
                <a:spcPct val="100000"/>
              </a:lnSpc>
              <a:spcBef>
                <a:spcPts val="100"/>
              </a:spcBef>
            </a:pPr>
            <a:r>
              <a:rPr dirty="0" sz="2800" spc="-10">
                <a:latin typeface="Trebuchet MS"/>
                <a:cs typeface="Trebuchet MS"/>
              </a:rPr>
              <a:t>Directives</a:t>
            </a:r>
            <a:endParaRPr sz="2800">
              <a:latin typeface="Trebuchet MS"/>
              <a:cs typeface="Trebuchet MS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680249" y="1785503"/>
            <a:ext cx="10690860" cy="3443604"/>
          </a:xfrm>
          <a:prstGeom prst="rect">
            <a:avLst/>
          </a:prstGeom>
        </p:spPr>
        <p:txBody>
          <a:bodyPr wrap="square" lIns="0" tIns="1828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40"/>
              </a:spcBef>
            </a:pPr>
            <a:r>
              <a:rPr dirty="0" sz="2000" spc="-10" b="1">
                <a:solidFill>
                  <a:srgbClr val="0070C0"/>
                </a:solidFill>
                <a:latin typeface="Trebuchet MS"/>
                <a:cs typeface="Trebuchet MS"/>
              </a:rPr>
              <a:t>User-</a:t>
            </a:r>
            <a:r>
              <a:rPr dirty="0" sz="2000" b="1">
                <a:solidFill>
                  <a:srgbClr val="0070C0"/>
                </a:solidFill>
                <a:latin typeface="Trebuchet MS"/>
                <a:cs typeface="Trebuchet MS"/>
              </a:rPr>
              <a:t>defined</a:t>
            </a:r>
            <a:r>
              <a:rPr dirty="0" sz="2000" spc="-10" b="1">
                <a:solidFill>
                  <a:srgbClr val="0070C0"/>
                </a:solidFill>
                <a:latin typeface="Trebuchet MS"/>
                <a:cs typeface="Trebuchet MS"/>
              </a:rPr>
              <a:t> files</a:t>
            </a:r>
            <a:endParaRPr sz="2000">
              <a:latin typeface="Trebuchet MS"/>
              <a:cs typeface="Trebuchet MS"/>
            </a:endParaRPr>
          </a:p>
          <a:p>
            <a:pPr marL="298450" marR="215900" indent="-252095">
              <a:lnSpc>
                <a:spcPct val="150000"/>
              </a:lnSpc>
              <a:spcBef>
                <a:spcPts val="130"/>
              </a:spcBef>
              <a:buFont typeface="Arial MT"/>
              <a:buChar char="•"/>
              <a:tabLst>
                <a:tab pos="298450" algn="l"/>
              </a:tabLst>
            </a:pPr>
            <a:r>
              <a:rPr dirty="0" sz="1800">
                <a:latin typeface="Trebuchet MS"/>
                <a:cs typeface="Trebuchet MS"/>
              </a:rPr>
              <a:t>When</a:t>
            </a:r>
            <a:r>
              <a:rPr dirty="0" sz="1800" spc="-4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a</a:t>
            </a:r>
            <a:r>
              <a:rPr dirty="0" sz="1800" spc="-4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program</a:t>
            </a:r>
            <a:r>
              <a:rPr dirty="0" sz="1800" spc="-4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becomes</a:t>
            </a:r>
            <a:r>
              <a:rPr dirty="0" sz="1800" spc="-4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very</a:t>
            </a:r>
            <a:r>
              <a:rPr dirty="0" sz="1800" spc="-4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large,</a:t>
            </a:r>
            <a:r>
              <a:rPr dirty="0" sz="1800" spc="-4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it</a:t>
            </a:r>
            <a:r>
              <a:rPr dirty="0" sz="1800" spc="-4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is</a:t>
            </a:r>
            <a:r>
              <a:rPr dirty="0" sz="1800" spc="-4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a</a:t>
            </a:r>
            <a:r>
              <a:rPr dirty="0" sz="1800" spc="-4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good</a:t>
            </a:r>
            <a:r>
              <a:rPr dirty="0" sz="1800" spc="-4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practice</a:t>
            </a:r>
            <a:r>
              <a:rPr dirty="0" sz="1800" spc="-4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to</a:t>
            </a:r>
            <a:r>
              <a:rPr dirty="0" sz="1800" spc="-4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divide</a:t>
            </a:r>
            <a:r>
              <a:rPr dirty="0" sz="1800" spc="-4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it</a:t>
            </a:r>
            <a:r>
              <a:rPr dirty="0" sz="1800" spc="-4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into</a:t>
            </a:r>
            <a:r>
              <a:rPr dirty="0" sz="1800" spc="-4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smaller</a:t>
            </a:r>
            <a:r>
              <a:rPr dirty="0" sz="1800" spc="-4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files</a:t>
            </a:r>
            <a:r>
              <a:rPr dirty="0" sz="1800" spc="-4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and</a:t>
            </a:r>
            <a:r>
              <a:rPr dirty="0" sz="1800" spc="-45">
                <a:latin typeface="Trebuchet MS"/>
                <a:cs typeface="Trebuchet MS"/>
              </a:rPr>
              <a:t> </a:t>
            </a:r>
            <a:r>
              <a:rPr dirty="0" sz="1800" spc="-10">
                <a:latin typeface="Trebuchet MS"/>
                <a:cs typeface="Trebuchet MS"/>
              </a:rPr>
              <a:t>include </a:t>
            </a:r>
            <a:r>
              <a:rPr dirty="0" sz="1800">
                <a:latin typeface="Trebuchet MS"/>
                <a:cs typeface="Trebuchet MS"/>
              </a:rPr>
              <a:t>them</a:t>
            </a:r>
            <a:r>
              <a:rPr dirty="0" sz="1800" spc="-6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whenever</a:t>
            </a:r>
            <a:r>
              <a:rPr dirty="0" sz="1800" spc="-6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needed.</a:t>
            </a:r>
            <a:r>
              <a:rPr dirty="0" sz="1800" spc="-8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These</a:t>
            </a:r>
            <a:r>
              <a:rPr dirty="0" sz="1800" spc="-5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types</a:t>
            </a:r>
            <a:r>
              <a:rPr dirty="0" sz="1800" spc="-6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of</a:t>
            </a:r>
            <a:r>
              <a:rPr dirty="0" sz="1800" spc="-5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files</a:t>
            </a:r>
            <a:r>
              <a:rPr dirty="0" sz="1800" spc="-6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are</a:t>
            </a:r>
            <a:r>
              <a:rPr dirty="0" sz="1800" spc="-55">
                <a:latin typeface="Trebuchet MS"/>
                <a:cs typeface="Trebuchet MS"/>
              </a:rPr>
              <a:t> </a:t>
            </a:r>
            <a:r>
              <a:rPr dirty="0" sz="1800" spc="-20">
                <a:latin typeface="Trebuchet MS"/>
                <a:cs typeface="Trebuchet MS"/>
              </a:rPr>
              <a:t>user-</a:t>
            </a:r>
            <a:r>
              <a:rPr dirty="0" sz="1800">
                <a:latin typeface="Trebuchet MS"/>
                <a:cs typeface="Trebuchet MS"/>
              </a:rPr>
              <a:t>defined</a:t>
            </a:r>
            <a:r>
              <a:rPr dirty="0" sz="1800" spc="-60">
                <a:latin typeface="Trebuchet MS"/>
                <a:cs typeface="Trebuchet MS"/>
              </a:rPr>
              <a:t> </a:t>
            </a:r>
            <a:r>
              <a:rPr dirty="0" sz="1800" spc="-10">
                <a:latin typeface="Trebuchet MS"/>
                <a:cs typeface="Trebuchet MS"/>
              </a:rPr>
              <a:t>files.</a:t>
            </a:r>
            <a:endParaRPr sz="1800">
              <a:latin typeface="Trebuchet MS"/>
              <a:cs typeface="Trebuchet MS"/>
            </a:endParaRPr>
          </a:p>
          <a:p>
            <a:pPr marL="297815" indent="-251460">
              <a:lnSpc>
                <a:spcPct val="100000"/>
              </a:lnSpc>
              <a:spcBef>
                <a:spcPts val="1080"/>
              </a:spcBef>
              <a:buFont typeface="Arial MT"/>
              <a:buChar char="•"/>
              <a:tabLst>
                <a:tab pos="297815" algn="l"/>
                <a:tab pos="1383665" algn="l"/>
              </a:tabLst>
            </a:pPr>
            <a:r>
              <a:rPr dirty="0" sz="1800" spc="-10">
                <a:latin typeface="Trebuchet MS"/>
                <a:cs typeface="Trebuchet MS"/>
              </a:rPr>
              <a:t>Syntax:</a:t>
            </a:r>
            <a:r>
              <a:rPr dirty="0" sz="1800">
                <a:latin typeface="Trebuchet MS"/>
                <a:cs typeface="Trebuchet MS"/>
              </a:rPr>
              <a:t>	</a:t>
            </a:r>
            <a:r>
              <a:rPr dirty="0" sz="1800">
                <a:solidFill>
                  <a:srgbClr val="0070C0"/>
                </a:solidFill>
                <a:latin typeface="Trebuchet MS"/>
                <a:cs typeface="Trebuchet MS"/>
              </a:rPr>
              <a:t>#include</a:t>
            </a:r>
            <a:r>
              <a:rPr dirty="0" sz="1800" spc="-110">
                <a:solidFill>
                  <a:srgbClr val="0070C0"/>
                </a:solidFill>
                <a:latin typeface="Trebuchet MS"/>
                <a:cs typeface="Trebuchet MS"/>
              </a:rPr>
              <a:t> </a:t>
            </a:r>
            <a:r>
              <a:rPr dirty="0" sz="1800" spc="-10">
                <a:solidFill>
                  <a:srgbClr val="0070C0"/>
                </a:solidFill>
                <a:latin typeface="Trebuchet MS"/>
                <a:cs typeface="Trebuchet MS"/>
              </a:rPr>
              <a:t>"filename“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dirty="0" sz="2000" b="1">
                <a:solidFill>
                  <a:srgbClr val="FF0000"/>
                </a:solidFill>
                <a:latin typeface="Trebuchet MS"/>
                <a:cs typeface="Trebuchet MS"/>
              </a:rPr>
              <a:t>2)</a:t>
            </a:r>
            <a:r>
              <a:rPr dirty="0" sz="2000" spc="-35" b="1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dirty="0" sz="2000" b="1">
                <a:solidFill>
                  <a:srgbClr val="FF0000"/>
                </a:solidFill>
                <a:latin typeface="Trebuchet MS"/>
                <a:cs typeface="Trebuchet MS"/>
              </a:rPr>
              <a:t>Macro</a:t>
            </a:r>
            <a:r>
              <a:rPr dirty="0" sz="2000" spc="-35" b="1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dirty="0" sz="2000" b="1">
                <a:solidFill>
                  <a:srgbClr val="FF0000"/>
                </a:solidFill>
                <a:latin typeface="Trebuchet MS"/>
                <a:cs typeface="Trebuchet MS"/>
              </a:rPr>
              <a:t>Definition</a:t>
            </a:r>
            <a:r>
              <a:rPr dirty="0" sz="2000" spc="-35" b="1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dirty="0" sz="2000" spc="-10" b="1">
                <a:solidFill>
                  <a:srgbClr val="FF0000"/>
                </a:solidFill>
                <a:latin typeface="Trebuchet MS"/>
                <a:cs typeface="Trebuchet MS"/>
              </a:rPr>
              <a:t>Directive</a:t>
            </a:r>
            <a:endParaRPr sz="2000">
              <a:latin typeface="Trebuchet MS"/>
              <a:cs typeface="Trebuchet MS"/>
            </a:endParaRPr>
          </a:p>
          <a:p>
            <a:pPr marL="297815" indent="-251460">
              <a:lnSpc>
                <a:spcPct val="100000"/>
              </a:lnSpc>
              <a:spcBef>
                <a:spcPts val="1210"/>
              </a:spcBef>
              <a:buFont typeface="Arial MT"/>
              <a:buChar char="•"/>
              <a:tabLst>
                <a:tab pos="297815" algn="l"/>
              </a:tabLst>
            </a:pPr>
            <a:r>
              <a:rPr dirty="0" sz="1800">
                <a:latin typeface="Trebuchet MS"/>
                <a:cs typeface="Trebuchet MS"/>
              </a:rPr>
              <a:t>Macros</a:t>
            </a:r>
            <a:r>
              <a:rPr dirty="0" sz="1800" spc="-4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are</a:t>
            </a:r>
            <a:r>
              <a:rPr dirty="0" sz="1800" spc="-4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pieces</a:t>
            </a:r>
            <a:r>
              <a:rPr dirty="0" sz="1800" spc="-4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of</a:t>
            </a:r>
            <a:r>
              <a:rPr dirty="0" sz="1800" spc="-4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code</a:t>
            </a:r>
            <a:r>
              <a:rPr dirty="0" sz="1800" spc="-4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in</a:t>
            </a:r>
            <a:r>
              <a:rPr dirty="0" sz="1800" spc="-4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a</a:t>
            </a:r>
            <a:r>
              <a:rPr dirty="0" sz="1800" spc="-4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program</a:t>
            </a:r>
            <a:r>
              <a:rPr dirty="0" sz="1800" spc="-4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that</a:t>
            </a:r>
            <a:r>
              <a:rPr dirty="0" sz="1800" spc="-4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is</a:t>
            </a:r>
            <a:r>
              <a:rPr dirty="0" sz="1800" spc="-4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given</a:t>
            </a:r>
            <a:r>
              <a:rPr dirty="0" sz="1800" spc="-4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some</a:t>
            </a:r>
            <a:r>
              <a:rPr dirty="0" sz="1800" spc="-45">
                <a:latin typeface="Trebuchet MS"/>
                <a:cs typeface="Trebuchet MS"/>
              </a:rPr>
              <a:t> </a:t>
            </a:r>
            <a:r>
              <a:rPr dirty="0" sz="1800" spc="-10">
                <a:latin typeface="Trebuchet MS"/>
                <a:cs typeface="Trebuchet MS"/>
              </a:rPr>
              <a:t>name.</a:t>
            </a:r>
            <a:endParaRPr sz="1800">
              <a:latin typeface="Trebuchet MS"/>
              <a:cs typeface="Trebuchet MS"/>
            </a:endParaRPr>
          </a:p>
          <a:p>
            <a:pPr marL="298450" marR="5080" indent="-252095">
              <a:lnSpc>
                <a:spcPct val="150000"/>
              </a:lnSpc>
              <a:buFont typeface="Arial MT"/>
              <a:buChar char="•"/>
              <a:tabLst>
                <a:tab pos="298450" algn="l"/>
              </a:tabLst>
            </a:pPr>
            <a:r>
              <a:rPr dirty="0" sz="1800">
                <a:latin typeface="Trebuchet MS"/>
                <a:cs typeface="Trebuchet MS"/>
              </a:rPr>
              <a:t>Whenever</a:t>
            </a:r>
            <a:r>
              <a:rPr dirty="0" sz="1800" spc="-5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this</a:t>
            </a:r>
            <a:r>
              <a:rPr dirty="0" sz="1800" spc="-4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name</a:t>
            </a:r>
            <a:r>
              <a:rPr dirty="0" sz="1800" spc="-4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is</a:t>
            </a:r>
            <a:r>
              <a:rPr dirty="0" sz="1800" spc="-45">
                <a:latin typeface="Trebuchet MS"/>
                <a:cs typeface="Trebuchet MS"/>
              </a:rPr>
              <a:t> </a:t>
            </a:r>
            <a:r>
              <a:rPr dirty="0" sz="1800" spc="-10">
                <a:latin typeface="Trebuchet MS"/>
                <a:cs typeface="Trebuchet MS"/>
              </a:rPr>
              <a:t>encountered</a:t>
            </a:r>
            <a:r>
              <a:rPr dirty="0" sz="1800" spc="-5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by</a:t>
            </a:r>
            <a:r>
              <a:rPr dirty="0" sz="1800" spc="-4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the</a:t>
            </a:r>
            <a:r>
              <a:rPr dirty="0" sz="1800" spc="-45">
                <a:latin typeface="Trebuchet MS"/>
                <a:cs typeface="Trebuchet MS"/>
              </a:rPr>
              <a:t> </a:t>
            </a:r>
            <a:r>
              <a:rPr dirty="0" sz="1800" spc="-25">
                <a:latin typeface="Trebuchet MS"/>
                <a:cs typeface="Trebuchet MS"/>
              </a:rPr>
              <a:t>compiler,</a:t>
            </a:r>
            <a:r>
              <a:rPr dirty="0" sz="1800" spc="-4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the</a:t>
            </a:r>
            <a:r>
              <a:rPr dirty="0" sz="1800" spc="-5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compiler</a:t>
            </a:r>
            <a:r>
              <a:rPr dirty="0" sz="1800" spc="-4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replaces</a:t>
            </a:r>
            <a:r>
              <a:rPr dirty="0" sz="1800" spc="-4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the</a:t>
            </a:r>
            <a:r>
              <a:rPr dirty="0" sz="1800" spc="-4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name</a:t>
            </a:r>
            <a:r>
              <a:rPr dirty="0" sz="1800" spc="-4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with</a:t>
            </a:r>
            <a:r>
              <a:rPr dirty="0" sz="1800" spc="-5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the</a:t>
            </a:r>
            <a:r>
              <a:rPr dirty="0" sz="1800" spc="-45">
                <a:latin typeface="Trebuchet MS"/>
                <a:cs typeface="Trebuchet MS"/>
              </a:rPr>
              <a:t> </a:t>
            </a:r>
            <a:r>
              <a:rPr dirty="0" sz="1800" spc="-10">
                <a:latin typeface="Trebuchet MS"/>
                <a:cs typeface="Trebuchet MS"/>
              </a:rPr>
              <a:t>actual </a:t>
            </a:r>
            <a:r>
              <a:rPr dirty="0" sz="1800">
                <a:latin typeface="Trebuchet MS"/>
                <a:cs typeface="Trebuchet MS"/>
              </a:rPr>
              <a:t>piece</a:t>
            </a:r>
            <a:r>
              <a:rPr dirty="0" sz="1800" spc="-4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of</a:t>
            </a:r>
            <a:r>
              <a:rPr dirty="0" sz="1800" spc="-4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code.</a:t>
            </a:r>
            <a:r>
              <a:rPr dirty="0" sz="1800" spc="-7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The</a:t>
            </a:r>
            <a:r>
              <a:rPr dirty="0" sz="1800" spc="-45">
                <a:latin typeface="Trebuchet MS"/>
                <a:cs typeface="Trebuchet MS"/>
              </a:rPr>
              <a:t> </a:t>
            </a:r>
            <a:r>
              <a:rPr dirty="0" sz="1800" spc="-10">
                <a:latin typeface="Trebuchet MS"/>
                <a:cs typeface="Trebuchet MS"/>
              </a:rPr>
              <a:t>‘#define’</a:t>
            </a:r>
            <a:r>
              <a:rPr dirty="0" sz="1800" spc="-10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directive</a:t>
            </a:r>
            <a:r>
              <a:rPr dirty="0" sz="1800" spc="-4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is</a:t>
            </a:r>
            <a:r>
              <a:rPr dirty="0" sz="1800" spc="-4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used</a:t>
            </a:r>
            <a:r>
              <a:rPr dirty="0" sz="1800" spc="-4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to</a:t>
            </a:r>
            <a:r>
              <a:rPr dirty="0" sz="1800" spc="-4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define</a:t>
            </a:r>
            <a:r>
              <a:rPr dirty="0" sz="1800" spc="-4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a</a:t>
            </a:r>
            <a:r>
              <a:rPr dirty="0" sz="1800" spc="-45">
                <a:latin typeface="Trebuchet MS"/>
                <a:cs typeface="Trebuchet MS"/>
              </a:rPr>
              <a:t> </a:t>
            </a:r>
            <a:r>
              <a:rPr dirty="0" sz="1800" spc="-10">
                <a:latin typeface="Trebuchet MS"/>
                <a:cs typeface="Trebuchet MS"/>
              </a:rPr>
              <a:t>macro.</a:t>
            </a:r>
            <a:endParaRPr sz="1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84299" rIns="0" bIns="0" rtlCol="0" vert="horz">
            <a:spAutoFit/>
          </a:bodyPr>
          <a:lstStyle/>
          <a:p>
            <a:pPr marL="51435">
              <a:lnSpc>
                <a:spcPct val="100000"/>
              </a:lnSpc>
              <a:spcBef>
                <a:spcPts val="100"/>
              </a:spcBef>
            </a:pPr>
            <a:r>
              <a:rPr dirty="0" sz="2800" spc="-10">
                <a:latin typeface="Trebuchet MS"/>
                <a:cs typeface="Trebuchet MS"/>
              </a:rPr>
              <a:t>Directives</a:t>
            </a:r>
            <a:endParaRPr sz="2800">
              <a:latin typeface="Trebuchet MS"/>
              <a:cs typeface="Trebuchet MS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680249" y="1870112"/>
            <a:ext cx="2912745" cy="1028065"/>
          </a:xfrm>
          <a:prstGeom prst="rect">
            <a:avLst/>
          </a:prstGeom>
        </p:spPr>
        <p:txBody>
          <a:bodyPr wrap="square" lIns="0" tIns="9969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785"/>
              </a:spcBef>
            </a:pPr>
            <a:r>
              <a:rPr dirty="0" sz="1800" b="1">
                <a:solidFill>
                  <a:srgbClr val="FF0000"/>
                </a:solidFill>
                <a:latin typeface="Trebuchet MS"/>
                <a:cs typeface="Trebuchet MS"/>
              </a:rPr>
              <a:t>Macro</a:t>
            </a:r>
            <a:r>
              <a:rPr dirty="0" sz="1800" spc="-50" b="1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dirty="0" sz="1800" b="1">
                <a:solidFill>
                  <a:srgbClr val="FF0000"/>
                </a:solidFill>
                <a:latin typeface="Trebuchet MS"/>
                <a:cs typeface="Trebuchet MS"/>
              </a:rPr>
              <a:t>Definition</a:t>
            </a:r>
            <a:r>
              <a:rPr dirty="0" sz="1800" spc="-45" b="1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dirty="0" sz="1800" b="1">
                <a:solidFill>
                  <a:srgbClr val="FF0000"/>
                </a:solidFill>
                <a:latin typeface="Trebuchet MS"/>
                <a:cs typeface="Trebuchet MS"/>
              </a:rPr>
              <a:t>–</a:t>
            </a:r>
            <a:r>
              <a:rPr dirty="0" sz="1800" spc="-45" b="1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dirty="0" sz="1800" spc="-10" b="1">
                <a:solidFill>
                  <a:srgbClr val="FF0000"/>
                </a:solidFill>
                <a:latin typeface="Trebuchet MS"/>
                <a:cs typeface="Trebuchet MS"/>
              </a:rPr>
              <a:t>Example</a:t>
            </a:r>
            <a:endParaRPr sz="1800">
              <a:latin typeface="Trebuchet MS"/>
              <a:cs typeface="Trebuchet MS"/>
            </a:endParaRPr>
          </a:p>
          <a:p>
            <a:pPr algn="ctr" marL="464820" marR="493395" indent="-107950">
              <a:lnSpc>
                <a:spcPct val="131200"/>
              </a:lnSpc>
              <a:spcBef>
                <a:spcPts val="5"/>
              </a:spcBef>
            </a:pPr>
            <a:r>
              <a:rPr dirty="0" sz="1600">
                <a:latin typeface="Trebuchet MS"/>
                <a:cs typeface="Trebuchet MS"/>
              </a:rPr>
              <a:t>#include</a:t>
            </a:r>
            <a:r>
              <a:rPr dirty="0" sz="1600" spc="-105">
                <a:latin typeface="Trebuchet MS"/>
                <a:cs typeface="Trebuchet MS"/>
              </a:rPr>
              <a:t> </a:t>
            </a:r>
            <a:r>
              <a:rPr dirty="0" sz="1600" spc="-10">
                <a:latin typeface="Trebuchet MS"/>
                <a:cs typeface="Trebuchet MS"/>
              </a:rPr>
              <a:t>&lt;iostream&gt; </a:t>
            </a:r>
            <a:r>
              <a:rPr dirty="0" sz="1600">
                <a:latin typeface="Trebuchet MS"/>
                <a:cs typeface="Trebuchet MS"/>
              </a:rPr>
              <a:t>using</a:t>
            </a:r>
            <a:r>
              <a:rPr dirty="0" sz="1600" spc="-55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namespace</a:t>
            </a:r>
            <a:r>
              <a:rPr dirty="0" sz="1600" spc="-55">
                <a:latin typeface="Trebuchet MS"/>
                <a:cs typeface="Trebuchet MS"/>
              </a:rPr>
              <a:t> </a:t>
            </a:r>
            <a:r>
              <a:rPr dirty="0" sz="1600" spc="-20">
                <a:latin typeface="Trebuchet MS"/>
                <a:cs typeface="Trebuchet MS"/>
              </a:rPr>
              <a:t>std;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2704920" y="2948596"/>
            <a:ext cx="180848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>
                <a:solidFill>
                  <a:srgbClr val="0070C0"/>
                </a:solidFill>
                <a:latin typeface="Trebuchet MS"/>
                <a:cs typeface="Trebuchet MS"/>
              </a:rPr>
              <a:t>//</a:t>
            </a:r>
            <a:r>
              <a:rPr dirty="0" sz="1600" spc="-20">
                <a:solidFill>
                  <a:srgbClr val="0070C0"/>
                </a:solidFill>
                <a:latin typeface="Trebuchet MS"/>
                <a:cs typeface="Trebuchet MS"/>
              </a:rPr>
              <a:t> </a:t>
            </a:r>
            <a:r>
              <a:rPr dirty="0" sz="1600">
                <a:solidFill>
                  <a:srgbClr val="0070C0"/>
                </a:solidFill>
                <a:latin typeface="Trebuchet MS"/>
                <a:cs typeface="Trebuchet MS"/>
              </a:rPr>
              <a:t>macro</a:t>
            </a:r>
            <a:r>
              <a:rPr dirty="0" sz="1600" spc="-15">
                <a:solidFill>
                  <a:srgbClr val="0070C0"/>
                </a:solidFill>
                <a:latin typeface="Trebuchet MS"/>
                <a:cs typeface="Trebuchet MS"/>
              </a:rPr>
              <a:t> </a:t>
            </a:r>
            <a:r>
              <a:rPr dirty="0" sz="1600" spc="-10">
                <a:solidFill>
                  <a:srgbClr val="0070C0"/>
                </a:solidFill>
                <a:latin typeface="Trebuchet MS"/>
                <a:cs typeface="Trebuchet MS"/>
              </a:rPr>
              <a:t>definition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1132687" y="2872396"/>
            <a:ext cx="1413510" cy="98551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31300"/>
              </a:lnSpc>
              <a:spcBef>
                <a:spcPts val="100"/>
              </a:spcBef>
            </a:pPr>
            <a:r>
              <a:rPr dirty="0" sz="1600">
                <a:latin typeface="Trebuchet MS"/>
                <a:cs typeface="Trebuchet MS"/>
              </a:rPr>
              <a:t>#define</a:t>
            </a:r>
            <a:r>
              <a:rPr dirty="0" sz="1600" spc="-80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LIMIT</a:t>
            </a:r>
            <a:r>
              <a:rPr dirty="0" sz="1600" spc="-105">
                <a:latin typeface="Trebuchet MS"/>
                <a:cs typeface="Trebuchet MS"/>
              </a:rPr>
              <a:t> </a:t>
            </a:r>
            <a:r>
              <a:rPr dirty="0" sz="1600" spc="-50">
                <a:latin typeface="Trebuchet MS"/>
                <a:cs typeface="Trebuchet MS"/>
              </a:rPr>
              <a:t>5 </a:t>
            </a:r>
            <a:r>
              <a:rPr dirty="0" sz="1600">
                <a:latin typeface="Trebuchet MS"/>
                <a:cs typeface="Trebuchet MS"/>
              </a:rPr>
              <a:t>int</a:t>
            </a:r>
            <a:r>
              <a:rPr dirty="0" sz="1600" spc="-35">
                <a:latin typeface="Trebuchet MS"/>
                <a:cs typeface="Trebuchet MS"/>
              </a:rPr>
              <a:t> </a:t>
            </a:r>
            <a:r>
              <a:rPr dirty="0" sz="1600" spc="-10">
                <a:latin typeface="Trebuchet MS"/>
                <a:cs typeface="Trebuchet MS"/>
              </a:rPr>
              <a:t>main()</a:t>
            </a:r>
            <a:endParaRPr sz="16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dirty="0" sz="1600" spc="-50">
                <a:latin typeface="Trebuchet MS"/>
                <a:cs typeface="Trebuchet MS"/>
              </a:rPr>
              <a:t>{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1132687" y="3832516"/>
            <a:ext cx="2491740" cy="1945639"/>
          </a:xfrm>
          <a:prstGeom prst="rect">
            <a:avLst/>
          </a:prstGeom>
        </p:spPr>
        <p:txBody>
          <a:bodyPr wrap="square" lIns="0" tIns="88900" rIns="0" bIns="0" rtlCol="0" vert="horz">
            <a:spAutoFit/>
          </a:bodyPr>
          <a:lstStyle/>
          <a:p>
            <a:pPr marL="17145">
              <a:lnSpc>
                <a:spcPct val="100000"/>
              </a:lnSpc>
              <a:spcBef>
                <a:spcPts val="700"/>
              </a:spcBef>
            </a:pPr>
            <a:r>
              <a:rPr dirty="0" sz="1600">
                <a:latin typeface="Trebuchet MS"/>
                <a:cs typeface="Trebuchet MS"/>
              </a:rPr>
              <a:t>for</a:t>
            </a:r>
            <a:r>
              <a:rPr dirty="0" sz="1600" spc="-30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(int</a:t>
            </a:r>
            <a:r>
              <a:rPr dirty="0" sz="1600" spc="-25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i</a:t>
            </a:r>
            <a:r>
              <a:rPr dirty="0" sz="1600" spc="-25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=</a:t>
            </a:r>
            <a:r>
              <a:rPr dirty="0" sz="1600" spc="-30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0;</a:t>
            </a:r>
            <a:r>
              <a:rPr dirty="0" sz="1600" spc="-25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i</a:t>
            </a:r>
            <a:r>
              <a:rPr dirty="0" sz="1600" spc="-25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&lt;</a:t>
            </a:r>
            <a:r>
              <a:rPr dirty="0" sz="1600" spc="-30">
                <a:latin typeface="Trebuchet MS"/>
                <a:cs typeface="Trebuchet MS"/>
              </a:rPr>
              <a:t> </a:t>
            </a:r>
            <a:r>
              <a:rPr dirty="0" sz="1600" spc="-25">
                <a:latin typeface="Trebuchet MS"/>
                <a:cs typeface="Trebuchet MS"/>
              </a:rPr>
              <a:t>LIMIT; </a:t>
            </a:r>
            <a:r>
              <a:rPr dirty="0" sz="1600" spc="-20">
                <a:latin typeface="Trebuchet MS"/>
                <a:cs typeface="Trebuchet MS"/>
              </a:rPr>
              <a:t>i++)</a:t>
            </a:r>
            <a:endParaRPr sz="1600">
              <a:latin typeface="Trebuchet MS"/>
              <a:cs typeface="Trebuchet MS"/>
            </a:endParaRPr>
          </a:p>
          <a:p>
            <a:pPr marL="17145">
              <a:lnSpc>
                <a:spcPct val="100000"/>
              </a:lnSpc>
              <a:spcBef>
                <a:spcPts val="600"/>
              </a:spcBef>
            </a:pPr>
            <a:r>
              <a:rPr dirty="0" sz="1600" spc="-50">
                <a:latin typeface="Trebuchet MS"/>
                <a:cs typeface="Trebuchet MS"/>
              </a:rPr>
              <a:t>{</a:t>
            </a:r>
            <a:endParaRPr sz="1600">
              <a:latin typeface="Trebuchet MS"/>
              <a:cs typeface="Trebuchet MS"/>
            </a:endParaRPr>
          </a:p>
          <a:p>
            <a:pPr marL="474345">
              <a:lnSpc>
                <a:spcPct val="100000"/>
              </a:lnSpc>
              <a:spcBef>
                <a:spcPts val="600"/>
              </a:spcBef>
            </a:pPr>
            <a:r>
              <a:rPr dirty="0" sz="1600">
                <a:latin typeface="Trebuchet MS"/>
                <a:cs typeface="Trebuchet MS"/>
              </a:rPr>
              <a:t>cout</a:t>
            </a:r>
            <a:r>
              <a:rPr dirty="0" sz="1600" spc="-25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&lt;&lt;</a:t>
            </a:r>
            <a:r>
              <a:rPr dirty="0" sz="1600" spc="-20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i</a:t>
            </a:r>
            <a:r>
              <a:rPr dirty="0" sz="1600" spc="-20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&lt;&lt;</a:t>
            </a:r>
            <a:r>
              <a:rPr dirty="0" sz="1600" spc="-25">
                <a:latin typeface="Trebuchet MS"/>
                <a:cs typeface="Trebuchet MS"/>
              </a:rPr>
              <a:t> </a:t>
            </a:r>
            <a:r>
              <a:rPr dirty="0" sz="1600" spc="-10">
                <a:latin typeface="Trebuchet MS"/>
                <a:cs typeface="Trebuchet MS"/>
              </a:rPr>
              <a:t>"\n";</a:t>
            </a:r>
            <a:endParaRPr sz="1600">
              <a:latin typeface="Trebuchet MS"/>
              <a:cs typeface="Trebuchet MS"/>
            </a:endParaRPr>
          </a:p>
          <a:p>
            <a:pPr marL="17145">
              <a:lnSpc>
                <a:spcPct val="100000"/>
              </a:lnSpc>
              <a:spcBef>
                <a:spcPts val="600"/>
              </a:spcBef>
            </a:pPr>
            <a:r>
              <a:rPr dirty="0" sz="1600" spc="-50">
                <a:latin typeface="Trebuchet MS"/>
                <a:cs typeface="Trebuchet MS"/>
              </a:rPr>
              <a:t>}</a:t>
            </a:r>
            <a:endParaRPr sz="1600">
              <a:latin typeface="Trebuchet MS"/>
              <a:cs typeface="Trebuchet MS"/>
            </a:endParaRPr>
          </a:p>
          <a:p>
            <a:pPr marL="17145">
              <a:lnSpc>
                <a:spcPct val="100000"/>
              </a:lnSpc>
              <a:spcBef>
                <a:spcPts val="600"/>
              </a:spcBef>
            </a:pPr>
            <a:r>
              <a:rPr dirty="0" sz="1600">
                <a:latin typeface="Trebuchet MS"/>
                <a:cs typeface="Trebuchet MS"/>
              </a:rPr>
              <a:t>return</a:t>
            </a:r>
            <a:r>
              <a:rPr dirty="0" sz="1600" spc="-80">
                <a:latin typeface="Trebuchet MS"/>
                <a:cs typeface="Trebuchet MS"/>
              </a:rPr>
              <a:t> </a:t>
            </a:r>
            <a:r>
              <a:rPr dirty="0" sz="1600" spc="-25">
                <a:latin typeface="Trebuchet MS"/>
                <a:cs typeface="Trebuchet MS"/>
              </a:rPr>
              <a:t>0;</a:t>
            </a:r>
            <a:endParaRPr sz="16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dirty="0" sz="1600" spc="-50">
                <a:latin typeface="Trebuchet MS"/>
                <a:cs typeface="Trebuchet MS"/>
              </a:rPr>
              <a:t>}</a:t>
            </a:r>
            <a:endParaRPr sz="16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84299" rIns="0" bIns="0" rtlCol="0" vert="horz">
            <a:spAutoFit/>
          </a:bodyPr>
          <a:lstStyle/>
          <a:p>
            <a:pPr marL="51435">
              <a:lnSpc>
                <a:spcPct val="100000"/>
              </a:lnSpc>
              <a:spcBef>
                <a:spcPts val="100"/>
              </a:spcBef>
            </a:pPr>
            <a:r>
              <a:rPr dirty="0" sz="2800" spc="-20">
                <a:latin typeface="Trebuchet MS"/>
                <a:cs typeface="Trebuchet MS"/>
              </a:rPr>
              <a:t>Type</a:t>
            </a:r>
            <a:r>
              <a:rPr dirty="0" sz="2800" spc="-165">
                <a:latin typeface="Trebuchet MS"/>
                <a:cs typeface="Trebuchet MS"/>
              </a:rPr>
              <a:t> </a:t>
            </a:r>
            <a:r>
              <a:rPr dirty="0" sz="2800" spc="-10">
                <a:latin typeface="Trebuchet MS"/>
                <a:cs typeface="Trebuchet MS"/>
              </a:rPr>
              <a:t>conversion</a:t>
            </a:r>
            <a:endParaRPr sz="2800">
              <a:latin typeface="Trebuchet MS"/>
              <a:cs typeface="Trebuchet MS"/>
            </a:endParaRPr>
          </a:p>
        </p:txBody>
      </p:sp>
      <p:sp>
        <p:nvSpPr>
          <p:cNvPr id="3" name="object 3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49860" rIns="0" bIns="0" rtlCol="0" vert="horz">
            <a:spAutoFit/>
          </a:bodyPr>
          <a:lstStyle/>
          <a:p>
            <a:pPr marL="297180" indent="-250825">
              <a:lnSpc>
                <a:spcPct val="100000"/>
              </a:lnSpc>
              <a:spcBef>
                <a:spcPts val="1180"/>
              </a:spcBef>
              <a:buFont typeface="Arial MT"/>
              <a:buChar char="•"/>
              <a:tabLst>
                <a:tab pos="297815" algn="l"/>
                <a:tab pos="6997065" algn="l"/>
              </a:tabLst>
            </a:pPr>
            <a:r>
              <a:rPr dirty="0" b="0">
                <a:solidFill>
                  <a:srgbClr val="000000"/>
                </a:solidFill>
                <a:latin typeface="Trebuchet MS"/>
                <a:cs typeface="Trebuchet MS"/>
              </a:rPr>
              <a:t>When</a:t>
            </a:r>
            <a:r>
              <a:rPr dirty="0" spc="-60" b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dirty="0" b="0">
                <a:solidFill>
                  <a:srgbClr val="000000"/>
                </a:solidFill>
                <a:latin typeface="Trebuchet MS"/>
                <a:cs typeface="Trebuchet MS"/>
              </a:rPr>
              <a:t>the</a:t>
            </a:r>
            <a:r>
              <a:rPr dirty="0" spc="-45" b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dirty="0" b="0">
                <a:solidFill>
                  <a:srgbClr val="000000"/>
                </a:solidFill>
                <a:latin typeface="Trebuchet MS"/>
                <a:cs typeface="Trebuchet MS"/>
              </a:rPr>
              <a:t>expression</a:t>
            </a:r>
            <a:r>
              <a:rPr dirty="0" spc="-45" b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dirty="0" b="0">
                <a:solidFill>
                  <a:srgbClr val="000000"/>
                </a:solidFill>
                <a:latin typeface="Trebuchet MS"/>
                <a:cs typeface="Trebuchet MS"/>
              </a:rPr>
              <a:t>has</a:t>
            </a:r>
            <a:r>
              <a:rPr dirty="0" spc="-45" b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dirty="0" b="0">
                <a:solidFill>
                  <a:srgbClr val="000000"/>
                </a:solidFill>
                <a:latin typeface="Trebuchet MS"/>
                <a:cs typeface="Trebuchet MS"/>
              </a:rPr>
              <a:t>data</a:t>
            </a:r>
            <a:r>
              <a:rPr dirty="0" spc="-45" b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dirty="0" b="0">
                <a:solidFill>
                  <a:srgbClr val="000000"/>
                </a:solidFill>
                <a:latin typeface="Trebuchet MS"/>
                <a:cs typeface="Trebuchet MS"/>
              </a:rPr>
              <a:t>of</a:t>
            </a:r>
            <a:r>
              <a:rPr dirty="0" spc="-45" b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dirty="0" b="0">
                <a:solidFill>
                  <a:srgbClr val="000000"/>
                </a:solidFill>
                <a:latin typeface="Trebuchet MS"/>
                <a:cs typeface="Trebuchet MS"/>
              </a:rPr>
              <a:t>mixed</a:t>
            </a:r>
            <a:r>
              <a:rPr dirty="0" spc="-45" b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dirty="0" b="0">
                <a:solidFill>
                  <a:srgbClr val="000000"/>
                </a:solidFill>
                <a:latin typeface="Trebuchet MS"/>
                <a:cs typeface="Trebuchet MS"/>
              </a:rPr>
              <a:t>data</a:t>
            </a:r>
            <a:r>
              <a:rPr dirty="0" spc="-45" b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dirty="0" b="0">
                <a:solidFill>
                  <a:srgbClr val="000000"/>
                </a:solidFill>
                <a:latin typeface="Trebuchet MS"/>
                <a:cs typeface="Trebuchet MS"/>
              </a:rPr>
              <a:t>types</a:t>
            </a:r>
            <a:r>
              <a:rPr dirty="0" spc="-45" b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dirty="0" b="0">
                <a:solidFill>
                  <a:srgbClr val="000000"/>
                </a:solidFill>
                <a:latin typeface="Trebuchet MS"/>
                <a:cs typeface="Trebuchet MS"/>
              </a:rPr>
              <a:t>at</a:t>
            </a:r>
            <a:r>
              <a:rPr dirty="0" spc="-45" b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dirty="0" b="0">
                <a:solidFill>
                  <a:srgbClr val="000000"/>
                </a:solidFill>
                <a:latin typeface="Trebuchet MS"/>
                <a:cs typeface="Trebuchet MS"/>
              </a:rPr>
              <a:t>that</a:t>
            </a:r>
            <a:r>
              <a:rPr dirty="0" spc="-45" b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dirty="0" spc="-10" b="0">
                <a:solidFill>
                  <a:srgbClr val="000000"/>
                </a:solidFill>
                <a:latin typeface="Trebuchet MS"/>
                <a:cs typeface="Trebuchet MS"/>
              </a:rPr>
              <a:t>time,</a:t>
            </a:r>
            <a:r>
              <a:rPr dirty="0" b="0">
                <a:solidFill>
                  <a:srgbClr val="000000"/>
                </a:solidFill>
                <a:latin typeface="Trebuchet MS"/>
                <a:cs typeface="Trebuchet MS"/>
              </a:rPr>
              <a:t>	type</a:t>
            </a:r>
            <a:r>
              <a:rPr dirty="0" spc="-35" b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dirty="0" spc="-10" b="0">
                <a:solidFill>
                  <a:srgbClr val="000000"/>
                </a:solidFill>
                <a:latin typeface="Trebuchet MS"/>
                <a:cs typeface="Trebuchet MS"/>
              </a:rPr>
              <a:t>conversion</a:t>
            </a:r>
            <a:r>
              <a:rPr dirty="0" spc="-35" b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dirty="0" b="0">
                <a:solidFill>
                  <a:srgbClr val="000000"/>
                </a:solidFill>
                <a:latin typeface="Trebuchet MS"/>
                <a:cs typeface="Trebuchet MS"/>
              </a:rPr>
              <a:t>is</a:t>
            </a:r>
            <a:r>
              <a:rPr dirty="0" spc="-35" b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dirty="0" spc="-10" b="0">
                <a:solidFill>
                  <a:srgbClr val="000000"/>
                </a:solidFill>
                <a:latin typeface="Trebuchet MS"/>
                <a:cs typeface="Trebuchet MS"/>
              </a:rPr>
              <a:t>necessary.</a:t>
            </a:r>
          </a:p>
          <a:p>
            <a:pPr marL="297815" marR="5080" indent="-252095">
              <a:lnSpc>
                <a:spcPct val="150000"/>
              </a:lnSpc>
              <a:buFont typeface="Arial MT"/>
              <a:buChar char="•"/>
              <a:tabLst>
                <a:tab pos="298450" algn="l"/>
                <a:tab pos="6242050" algn="l"/>
              </a:tabLst>
            </a:pPr>
            <a:r>
              <a:rPr dirty="0" b="0">
                <a:solidFill>
                  <a:srgbClr val="000000"/>
                </a:solidFill>
                <a:latin typeface="Trebuchet MS"/>
                <a:cs typeface="Trebuchet MS"/>
              </a:rPr>
              <a:t>The</a:t>
            </a:r>
            <a:r>
              <a:rPr dirty="0" spc="-40" b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dirty="0" b="0">
                <a:solidFill>
                  <a:srgbClr val="000000"/>
                </a:solidFill>
                <a:latin typeface="Trebuchet MS"/>
                <a:cs typeface="Trebuchet MS"/>
              </a:rPr>
              <a:t>data</a:t>
            </a:r>
            <a:r>
              <a:rPr dirty="0" spc="-40" b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dirty="0" b="0">
                <a:solidFill>
                  <a:srgbClr val="000000"/>
                </a:solidFill>
                <a:latin typeface="Trebuchet MS"/>
                <a:cs typeface="Trebuchet MS"/>
              </a:rPr>
              <a:t>type</a:t>
            </a:r>
            <a:r>
              <a:rPr dirty="0" spc="-35" b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dirty="0" b="0">
                <a:solidFill>
                  <a:srgbClr val="000000"/>
                </a:solidFill>
                <a:latin typeface="Trebuchet MS"/>
                <a:cs typeface="Trebuchet MS"/>
              </a:rPr>
              <a:t>is</a:t>
            </a:r>
            <a:r>
              <a:rPr dirty="0" spc="-40" b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dirty="0" b="0">
                <a:solidFill>
                  <a:srgbClr val="000000"/>
                </a:solidFill>
                <a:latin typeface="Trebuchet MS"/>
                <a:cs typeface="Trebuchet MS"/>
              </a:rPr>
              <a:t>promoted</a:t>
            </a:r>
            <a:r>
              <a:rPr dirty="0" spc="-40" b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dirty="0" b="0">
                <a:solidFill>
                  <a:srgbClr val="000000"/>
                </a:solidFill>
                <a:latin typeface="Trebuchet MS"/>
                <a:cs typeface="Trebuchet MS"/>
              </a:rPr>
              <a:t>from</a:t>
            </a:r>
            <a:r>
              <a:rPr dirty="0" spc="-35" b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dirty="0" b="0">
                <a:solidFill>
                  <a:srgbClr val="000000"/>
                </a:solidFill>
                <a:latin typeface="Trebuchet MS"/>
                <a:cs typeface="Trebuchet MS"/>
              </a:rPr>
              <a:t>lower</a:t>
            </a:r>
            <a:r>
              <a:rPr dirty="0" spc="-40" b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dirty="0" b="0">
                <a:solidFill>
                  <a:srgbClr val="000000"/>
                </a:solidFill>
                <a:latin typeface="Trebuchet MS"/>
                <a:cs typeface="Trebuchet MS"/>
              </a:rPr>
              <a:t>to</a:t>
            </a:r>
            <a:r>
              <a:rPr dirty="0" spc="-35" b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dirty="0" b="0">
                <a:solidFill>
                  <a:srgbClr val="000000"/>
                </a:solidFill>
                <a:latin typeface="Trebuchet MS"/>
                <a:cs typeface="Trebuchet MS"/>
              </a:rPr>
              <a:t>higher</a:t>
            </a:r>
            <a:r>
              <a:rPr dirty="0" spc="-40" b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dirty="0" spc="-10" b="0">
                <a:solidFill>
                  <a:srgbClr val="000000"/>
                </a:solidFill>
                <a:latin typeface="Trebuchet MS"/>
                <a:cs typeface="Trebuchet MS"/>
              </a:rPr>
              <a:t>because</a:t>
            </a:r>
            <a:r>
              <a:rPr dirty="0" b="0">
                <a:solidFill>
                  <a:srgbClr val="000000"/>
                </a:solidFill>
                <a:latin typeface="Trebuchet MS"/>
                <a:cs typeface="Trebuchet MS"/>
              </a:rPr>
              <a:t>	</a:t>
            </a:r>
            <a:r>
              <a:rPr dirty="0" spc="-10" b="0">
                <a:solidFill>
                  <a:srgbClr val="000000"/>
                </a:solidFill>
                <a:latin typeface="Trebuchet MS"/>
                <a:cs typeface="Trebuchet MS"/>
              </a:rPr>
              <a:t>converting</a:t>
            </a:r>
            <a:r>
              <a:rPr dirty="0" spc="-50" b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dirty="0" b="0">
                <a:solidFill>
                  <a:srgbClr val="000000"/>
                </a:solidFill>
                <a:latin typeface="Trebuchet MS"/>
                <a:cs typeface="Trebuchet MS"/>
              </a:rPr>
              <a:t>higher</a:t>
            </a:r>
            <a:r>
              <a:rPr dirty="0" spc="-45" b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dirty="0" b="0">
                <a:solidFill>
                  <a:srgbClr val="000000"/>
                </a:solidFill>
                <a:latin typeface="Trebuchet MS"/>
                <a:cs typeface="Trebuchet MS"/>
              </a:rPr>
              <a:t>to</a:t>
            </a:r>
            <a:r>
              <a:rPr dirty="0" spc="-45" b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dirty="0" b="0">
                <a:solidFill>
                  <a:srgbClr val="000000"/>
                </a:solidFill>
                <a:latin typeface="Trebuchet MS"/>
                <a:cs typeface="Trebuchet MS"/>
              </a:rPr>
              <a:t>lower</a:t>
            </a:r>
            <a:r>
              <a:rPr dirty="0" spc="-45" b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dirty="0" b="0">
                <a:solidFill>
                  <a:srgbClr val="000000"/>
                </a:solidFill>
                <a:latin typeface="Trebuchet MS"/>
                <a:cs typeface="Trebuchet MS"/>
              </a:rPr>
              <a:t>involves</a:t>
            </a:r>
            <a:r>
              <a:rPr dirty="0" spc="-45" b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dirty="0" b="0">
                <a:solidFill>
                  <a:srgbClr val="000000"/>
                </a:solidFill>
                <a:latin typeface="Trebuchet MS"/>
                <a:cs typeface="Trebuchet MS"/>
              </a:rPr>
              <a:t>loss</a:t>
            </a:r>
            <a:r>
              <a:rPr dirty="0" spc="-50" b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dirty="0" spc="-25" b="0">
                <a:solidFill>
                  <a:srgbClr val="000000"/>
                </a:solidFill>
                <a:latin typeface="Trebuchet MS"/>
                <a:cs typeface="Trebuchet MS"/>
              </a:rPr>
              <a:t>of </a:t>
            </a:r>
            <a:r>
              <a:rPr dirty="0" b="0">
                <a:solidFill>
                  <a:srgbClr val="000000"/>
                </a:solidFill>
                <a:latin typeface="Trebuchet MS"/>
                <a:cs typeface="Trebuchet MS"/>
              </a:rPr>
              <a:t>precision</a:t>
            </a:r>
            <a:r>
              <a:rPr dirty="0" spc="-45" b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dirty="0" b="0">
                <a:solidFill>
                  <a:srgbClr val="000000"/>
                </a:solidFill>
                <a:latin typeface="Trebuchet MS"/>
                <a:cs typeface="Trebuchet MS"/>
              </a:rPr>
              <a:t>and</a:t>
            </a:r>
            <a:r>
              <a:rPr dirty="0" spc="-45" b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dirty="0" spc="-10" b="0">
                <a:solidFill>
                  <a:srgbClr val="000000"/>
                </a:solidFill>
                <a:latin typeface="Trebuchet MS"/>
                <a:cs typeface="Trebuchet MS"/>
              </a:rPr>
              <a:t>value</a:t>
            </a:r>
          </a:p>
          <a:p>
            <a:pPr marL="297180" indent="-250825">
              <a:lnSpc>
                <a:spcPct val="100000"/>
              </a:lnSpc>
              <a:spcBef>
                <a:spcPts val="1080"/>
              </a:spcBef>
              <a:buFont typeface="Arial MT"/>
              <a:buChar char="•"/>
              <a:tabLst>
                <a:tab pos="297815" algn="l"/>
              </a:tabLst>
            </a:pPr>
            <a:r>
              <a:rPr dirty="0" b="0">
                <a:solidFill>
                  <a:srgbClr val="000000"/>
                </a:solidFill>
                <a:latin typeface="Trebuchet MS"/>
                <a:cs typeface="Trebuchet MS"/>
              </a:rPr>
              <a:t>C++</a:t>
            </a:r>
            <a:r>
              <a:rPr dirty="0" spc="-40" b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dirty="0" b="0">
                <a:solidFill>
                  <a:srgbClr val="000000"/>
                </a:solidFill>
                <a:latin typeface="Trebuchet MS"/>
                <a:cs typeface="Trebuchet MS"/>
              </a:rPr>
              <a:t>allows</a:t>
            </a:r>
            <a:r>
              <a:rPr dirty="0" spc="-40" b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dirty="0" b="0">
                <a:solidFill>
                  <a:srgbClr val="000000"/>
                </a:solidFill>
                <a:latin typeface="Trebuchet MS"/>
                <a:cs typeface="Trebuchet MS"/>
              </a:rPr>
              <a:t>us</a:t>
            </a:r>
            <a:r>
              <a:rPr dirty="0" spc="-40" b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dirty="0" b="0">
                <a:solidFill>
                  <a:srgbClr val="000000"/>
                </a:solidFill>
                <a:latin typeface="Trebuchet MS"/>
                <a:cs typeface="Trebuchet MS"/>
              </a:rPr>
              <a:t>to</a:t>
            </a:r>
            <a:r>
              <a:rPr dirty="0" spc="-40" b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dirty="0" b="0">
                <a:solidFill>
                  <a:srgbClr val="000000"/>
                </a:solidFill>
                <a:latin typeface="Trebuchet MS"/>
                <a:cs typeface="Trebuchet MS"/>
              </a:rPr>
              <a:t>convert</a:t>
            </a:r>
            <a:r>
              <a:rPr dirty="0" spc="-35" b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dirty="0" b="0">
                <a:solidFill>
                  <a:srgbClr val="000000"/>
                </a:solidFill>
                <a:latin typeface="Trebuchet MS"/>
                <a:cs typeface="Trebuchet MS"/>
              </a:rPr>
              <a:t>data</a:t>
            </a:r>
            <a:r>
              <a:rPr dirty="0" spc="-40" b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dirty="0" b="0">
                <a:solidFill>
                  <a:srgbClr val="000000"/>
                </a:solidFill>
                <a:latin typeface="Trebuchet MS"/>
                <a:cs typeface="Trebuchet MS"/>
              </a:rPr>
              <a:t>of</a:t>
            </a:r>
            <a:r>
              <a:rPr dirty="0" spc="-40" b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dirty="0" b="0">
                <a:solidFill>
                  <a:srgbClr val="000000"/>
                </a:solidFill>
                <a:latin typeface="Trebuchet MS"/>
                <a:cs typeface="Trebuchet MS"/>
              </a:rPr>
              <a:t>one</a:t>
            </a:r>
            <a:r>
              <a:rPr dirty="0" spc="-40" b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dirty="0" b="0">
                <a:solidFill>
                  <a:srgbClr val="000000"/>
                </a:solidFill>
                <a:latin typeface="Trebuchet MS"/>
                <a:cs typeface="Trebuchet MS"/>
              </a:rPr>
              <a:t>type</a:t>
            </a:r>
            <a:r>
              <a:rPr dirty="0" spc="-40" b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dirty="0" b="0">
                <a:solidFill>
                  <a:srgbClr val="000000"/>
                </a:solidFill>
                <a:latin typeface="Trebuchet MS"/>
                <a:cs typeface="Trebuchet MS"/>
              </a:rPr>
              <a:t>to</a:t>
            </a:r>
            <a:r>
              <a:rPr dirty="0" spc="-35" b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dirty="0" b="0">
                <a:solidFill>
                  <a:srgbClr val="000000"/>
                </a:solidFill>
                <a:latin typeface="Trebuchet MS"/>
                <a:cs typeface="Trebuchet MS"/>
              </a:rPr>
              <a:t>that</a:t>
            </a:r>
            <a:r>
              <a:rPr dirty="0" spc="-40" b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dirty="0" b="0">
                <a:solidFill>
                  <a:srgbClr val="000000"/>
                </a:solidFill>
                <a:latin typeface="Trebuchet MS"/>
                <a:cs typeface="Trebuchet MS"/>
              </a:rPr>
              <a:t>of</a:t>
            </a:r>
            <a:r>
              <a:rPr dirty="0" spc="-40" b="0">
                <a:solidFill>
                  <a:srgbClr val="000000"/>
                </a:solidFill>
                <a:latin typeface="Trebuchet MS"/>
                <a:cs typeface="Trebuchet MS"/>
              </a:rPr>
              <a:t> another.</a:t>
            </a:r>
            <a:r>
              <a:rPr dirty="0" spc="-65" b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dirty="0" b="0">
                <a:solidFill>
                  <a:srgbClr val="000000"/>
                </a:solidFill>
                <a:latin typeface="Trebuchet MS"/>
                <a:cs typeface="Trebuchet MS"/>
              </a:rPr>
              <a:t>This</a:t>
            </a:r>
            <a:r>
              <a:rPr dirty="0" spc="-40" b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dirty="0" b="0">
                <a:solidFill>
                  <a:srgbClr val="000000"/>
                </a:solidFill>
                <a:latin typeface="Trebuchet MS"/>
                <a:cs typeface="Trebuchet MS"/>
              </a:rPr>
              <a:t>is</a:t>
            </a:r>
            <a:r>
              <a:rPr dirty="0" spc="-40" b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dirty="0" b="0">
                <a:solidFill>
                  <a:srgbClr val="000000"/>
                </a:solidFill>
                <a:latin typeface="Trebuchet MS"/>
                <a:cs typeface="Trebuchet MS"/>
              </a:rPr>
              <a:t>known</a:t>
            </a:r>
            <a:r>
              <a:rPr dirty="0" spc="-40" b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dirty="0" b="0">
                <a:solidFill>
                  <a:srgbClr val="000000"/>
                </a:solidFill>
                <a:latin typeface="Trebuchet MS"/>
                <a:cs typeface="Trebuchet MS"/>
              </a:rPr>
              <a:t>as</a:t>
            </a:r>
            <a:r>
              <a:rPr dirty="0" spc="-40" b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dirty="0" b="0">
                <a:solidFill>
                  <a:srgbClr val="000000"/>
                </a:solidFill>
                <a:latin typeface="Trebuchet MS"/>
                <a:cs typeface="Trebuchet MS"/>
              </a:rPr>
              <a:t>type</a:t>
            </a:r>
            <a:r>
              <a:rPr dirty="0" spc="-35" b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dirty="0" spc="-10" b="0">
                <a:solidFill>
                  <a:srgbClr val="000000"/>
                </a:solidFill>
                <a:latin typeface="Trebuchet MS"/>
                <a:cs typeface="Trebuchet MS"/>
              </a:rPr>
              <a:t>conversion.</a:t>
            </a:r>
          </a:p>
          <a:p>
            <a:pPr marL="297180" indent="-250825">
              <a:lnSpc>
                <a:spcPct val="100000"/>
              </a:lnSpc>
              <a:spcBef>
                <a:spcPts val="1080"/>
              </a:spcBef>
              <a:buFont typeface="Arial MT"/>
              <a:buChar char="•"/>
              <a:tabLst>
                <a:tab pos="297815" algn="l"/>
              </a:tabLst>
            </a:pPr>
            <a:r>
              <a:rPr dirty="0" b="0">
                <a:solidFill>
                  <a:srgbClr val="000000"/>
                </a:solidFill>
                <a:latin typeface="Trebuchet MS"/>
                <a:cs typeface="Trebuchet MS"/>
              </a:rPr>
              <a:t>There</a:t>
            </a:r>
            <a:r>
              <a:rPr dirty="0" spc="-35" b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dirty="0" b="0">
                <a:solidFill>
                  <a:srgbClr val="000000"/>
                </a:solidFill>
                <a:latin typeface="Trebuchet MS"/>
                <a:cs typeface="Trebuchet MS"/>
              </a:rPr>
              <a:t>are</a:t>
            </a:r>
            <a:r>
              <a:rPr dirty="0" spc="-40" b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dirty="0" b="0">
                <a:solidFill>
                  <a:srgbClr val="000000"/>
                </a:solidFill>
                <a:latin typeface="Trebuchet MS"/>
                <a:cs typeface="Trebuchet MS"/>
              </a:rPr>
              <a:t>two</a:t>
            </a:r>
            <a:r>
              <a:rPr dirty="0" spc="-35" b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dirty="0" b="0">
                <a:solidFill>
                  <a:srgbClr val="000000"/>
                </a:solidFill>
                <a:latin typeface="Trebuchet MS"/>
                <a:cs typeface="Trebuchet MS"/>
              </a:rPr>
              <a:t>types</a:t>
            </a:r>
            <a:r>
              <a:rPr dirty="0" spc="-35" b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dirty="0" b="0">
                <a:solidFill>
                  <a:srgbClr val="000000"/>
                </a:solidFill>
                <a:latin typeface="Trebuchet MS"/>
                <a:cs typeface="Trebuchet MS"/>
              </a:rPr>
              <a:t>of</a:t>
            </a:r>
            <a:r>
              <a:rPr dirty="0" spc="-35" b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dirty="0" b="0">
                <a:solidFill>
                  <a:srgbClr val="000000"/>
                </a:solidFill>
                <a:latin typeface="Trebuchet MS"/>
                <a:cs typeface="Trebuchet MS"/>
              </a:rPr>
              <a:t>type</a:t>
            </a:r>
            <a:r>
              <a:rPr dirty="0" spc="-35" b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dirty="0" spc="-10" b="0">
                <a:solidFill>
                  <a:srgbClr val="000000"/>
                </a:solidFill>
                <a:latin typeface="Trebuchet MS"/>
                <a:cs typeface="Trebuchet MS"/>
              </a:rPr>
              <a:t>conversion</a:t>
            </a:r>
            <a:r>
              <a:rPr dirty="0" spc="-35" b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dirty="0" b="0">
                <a:solidFill>
                  <a:srgbClr val="000000"/>
                </a:solidFill>
                <a:latin typeface="Trebuchet MS"/>
                <a:cs typeface="Trebuchet MS"/>
              </a:rPr>
              <a:t>in</a:t>
            </a:r>
            <a:r>
              <a:rPr dirty="0" spc="-35" b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dirty="0" spc="-20" b="0">
                <a:solidFill>
                  <a:srgbClr val="000000"/>
                </a:solidFill>
                <a:latin typeface="Trebuchet MS"/>
                <a:cs typeface="Trebuchet MS"/>
              </a:rPr>
              <a:t>C++.</a:t>
            </a:r>
          </a:p>
          <a:p>
            <a:pPr marL="454659">
              <a:lnSpc>
                <a:spcPct val="100000"/>
              </a:lnSpc>
              <a:spcBef>
                <a:spcPts val="1080"/>
              </a:spcBef>
              <a:tabLst>
                <a:tab pos="995044" algn="l"/>
              </a:tabLst>
            </a:pPr>
            <a:r>
              <a:rPr dirty="0" spc="180" b="0">
                <a:solidFill>
                  <a:srgbClr val="000000"/>
                </a:solidFill>
                <a:latin typeface="Segoe UI Symbol"/>
                <a:cs typeface="Segoe UI Symbol"/>
              </a:rPr>
              <a:t>✔</a:t>
            </a:r>
            <a:r>
              <a:rPr dirty="0" b="0">
                <a:solidFill>
                  <a:srgbClr val="000000"/>
                </a:solidFill>
                <a:latin typeface="Segoe UI Symbol"/>
                <a:cs typeface="Segoe UI Symbol"/>
              </a:rPr>
              <a:t>	</a:t>
            </a:r>
            <a:r>
              <a:rPr dirty="0" b="0">
                <a:solidFill>
                  <a:srgbClr val="000000"/>
                </a:solidFill>
                <a:latin typeface="Trebuchet MS"/>
                <a:cs typeface="Trebuchet MS"/>
              </a:rPr>
              <a:t>Implicit</a:t>
            </a:r>
            <a:r>
              <a:rPr dirty="0" spc="-40" b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dirty="0" spc="-10" b="0">
                <a:solidFill>
                  <a:srgbClr val="000000"/>
                </a:solidFill>
                <a:latin typeface="Trebuchet MS"/>
                <a:cs typeface="Trebuchet MS"/>
              </a:rPr>
              <a:t>Conversion</a:t>
            </a:r>
          </a:p>
          <a:p>
            <a:pPr marL="454659">
              <a:lnSpc>
                <a:spcPct val="100000"/>
              </a:lnSpc>
              <a:spcBef>
                <a:spcPts val="1080"/>
              </a:spcBef>
              <a:tabLst>
                <a:tab pos="995044" algn="l"/>
              </a:tabLst>
            </a:pPr>
            <a:r>
              <a:rPr dirty="0" spc="180" b="0">
                <a:solidFill>
                  <a:srgbClr val="000000"/>
                </a:solidFill>
                <a:latin typeface="Segoe UI Symbol"/>
                <a:cs typeface="Segoe UI Symbol"/>
              </a:rPr>
              <a:t>✔</a:t>
            </a:r>
            <a:r>
              <a:rPr dirty="0" b="0">
                <a:solidFill>
                  <a:srgbClr val="000000"/>
                </a:solidFill>
                <a:latin typeface="Segoe UI Symbol"/>
                <a:cs typeface="Segoe UI Symbol"/>
              </a:rPr>
              <a:t>	</a:t>
            </a:r>
            <a:r>
              <a:rPr dirty="0" b="0">
                <a:solidFill>
                  <a:srgbClr val="000000"/>
                </a:solidFill>
                <a:latin typeface="Trebuchet MS"/>
                <a:cs typeface="Trebuchet MS"/>
              </a:rPr>
              <a:t>Explicit</a:t>
            </a:r>
            <a:r>
              <a:rPr dirty="0" spc="-60" b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dirty="0" spc="-10" b="0">
                <a:solidFill>
                  <a:srgbClr val="000000"/>
                </a:solidFill>
                <a:latin typeface="Trebuchet MS"/>
                <a:cs typeface="Trebuchet MS"/>
              </a:rPr>
              <a:t>Conversion</a:t>
            </a:r>
            <a:r>
              <a:rPr dirty="0" spc="-55" b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dirty="0" spc="-35" b="0">
                <a:solidFill>
                  <a:srgbClr val="000000"/>
                </a:solidFill>
                <a:latin typeface="Trebuchet MS"/>
                <a:cs typeface="Trebuchet MS"/>
              </a:rPr>
              <a:t>(Type</a:t>
            </a:r>
            <a:r>
              <a:rPr dirty="0" spc="-55" b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dirty="0" spc="-10" b="0">
                <a:solidFill>
                  <a:srgbClr val="000000"/>
                </a:solidFill>
                <a:latin typeface="Trebuchet MS"/>
                <a:cs typeface="Trebuchet MS"/>
              </a:rPr>
              <a:t>Casting)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84299" rIns="0" bIns="0" rtlCol="0" vert="horz">
            <a:spAutoFit/>
          </a:bodyPr>
          <a:lstStyle/>
          <a:p>
            <a:pPr marL="51435">
              <a:lnSpc>
                <a:spcPct val="100000"/>
              </a:lnSpc>
              <a:spcBef>
                <a:spcPts val="100"/>
              </a:spcBef>
            </a:pPr>
            <a:r>
              <a:rPr dirty="0" sz="2800" spc="-20">
                <a:latin typeface="Trebuchet MS"/>
                <a:cs typeface="Trebuchet MS"/>
              </a:rPr>
              <a:t>Type</a:t>
            </a:r>
            <a:r>
              <a:rPr dirty="0" sz="2800" spc="-165">
                <a:latin typeface="Trebuchet MS"/>
                <a:cs typeface="Trebuchet MS"/>
              </a:rPr>
              <a:t> </a:t>
            </a:r>
            <a:r>
              <a:rPr dirty="0" sz="2800" spc="-10">
                <a:latin typeface="Trebuchet MS"/>
                <a:cs typeface="Trebuchet MS"/>
              </a:rPr>
              <a:t>conversion</a:t>
            </a:r>
            <a:endParaRPr sz="2800">
              <a:latin typeface="Trebuchet MS"/>
              <a:cs typeface="Trebuchet MS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680249" y="1819820"/>
            <a:ext cx="10956925" cy="2494280"/>
          </a:xfrm>
          <a:prstGeom prst="rect">
            <a:avLst/>
          </a:prstGeom>
        </p:spPr>
        <p:txBody>
          <a:bodyPr wrap="square" lIns="0" tIns="1498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80"/>
              </a:spcBef>
            </a:pPr>
            <a:r>
              <a:rPr dirty="0" sz="1800" b="1">
                <a:solidFill>
                  <a:srgbClr val="0070C0"/>
                </a:solidFill>
                <a:latin typeface="Trebuchet MS"/>
                <a:cs typeface="Trebuchet MS"/>
              </a:rPr>
              <a:t>Implicit</a:t>
            </a:r>
            <a:r>
              <a:rPr dirty="0" sz="1800" spc="-135" b="1">
                <a:solidFill>
                  <a:srgbClr val="0070C0"/>
                </a:solidFill>
                <a:latin typeface="Trebuchet MS"/>
                <a:cs typeface="Trebuchet MS"/>
              </a:rPr>
              <a:t> </a:t>
            </a:r>
            <a:r>
              <a:rPr dirty="0" sz="1800" spc="-20" b="1">
                <a:solidFill>
                  <a:srgbClr val="0070C0"/>
                </a:solidFill>
                <a:latin typeface="Trebuchet MS"/>
                <a:cs typeface="Trebuchet MS"/>
              </a:rPr>
              <a:t>Type</a:t>
            </a:r>
            <a:r>
              <a:rPr dirty="0" sz="1800" spc="-105" b="1">
                <a:solidFill>
                  <a:srgbClr val="0070C0"/>
                </a:solidFill>
                <a:latin typeface="Trebuchet MS"/>
                <a:cs typeface="Trebuchet MS"/>
              </a:rPr>
              <a:t> </a:t>
            </a:r>
            <a:r>
              <a:rPr dirty="0" sz="1800" spc="-10" b="1">
                <a:solidFill>
                  <a:srgbClr val="0070C0"/>
                </a:solidFill>
                <a:latin typeface="Trebuchet MS"/>
                <a:cs typeface="Trebuchet MS"/>
              </a:rPr>
              <a:t>Conversion</a:t>
            </a:r>
            <a:endParaRPr sz="1800">
              <a:latin typeface="Trebuchet MS"/>
              <a:cs typeface="Trebuchet MS"/>
            </a:endParaRPr>
          </a:p>
          <a:p>
            <a:pPr marL="298450" marR="960755" indent="-252095">
              <a:lnSpc>
                <a:spcPct val="150000"/>
              </a:lnSpc>
              <a:buFont typeface="Arial MT"/>
              <a:buChar char="•"/>
              <a:tabLst>
                <a:tab pos="298450" algn="l"/>
              </a:tabLst>
            </a:pPr>
            <a:r>
              <a:rPr dirty="0" sz="1800">
                <a:latin typeface="Trebuchet MS"/>
                <a:cs typeface="Trebuchet MS"/>
              </a:rPr>
              <a:t>The</a:t>
            </a:r>
            <a:r>
              <a:rPr dirty="0" sz="1800" spc="-4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type</a:t>
            </a:r>
            <a:r>
              <a:rPr dirty="0" sz="1800" spc="-40">
                <a:latin typeface="Trebuchet MS"/>
                <a:cs typeface="Trebuchet MS"/>
              </a:rPr>
              <a:t> </a:t>
            </a:r>
            <a:r>
              <a:rPr dirty="0" sz="1800" spc="-10">
                <a:latin typeface="Trebuchet MS"/>
                <a:cs typeface="Trebuchet MS"/>
              </a:rPr>
              <a:t>conversion</a:t>
            </a:r>
            <a:r>
              <a:rPr dirty="0" sz="1800" spc="-4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that</a:t>
            </a:r>
            <a:r>
              <a:rPr dirty="0" sz="1800" spc="-4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is</a:t>
            </a:r>
            <a:r>
              <a:rPr dirty="0" sz="1800" spc="-4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done</a:t>
            </a:r>
            <a:r>
              <a:rPr dirty="0" sz="1800" spc="-4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automatically</a:t>
            </a:r>
            <a:r>
              <a:rPr dirty="0" sz="1800" spc="-4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done</a:t>
            </a:r>
            <a:r>
              <a:rPr dirty="0" sz="1800" spc="-4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by</a:t>
            </a:r>
            <a:r>
              <a:rPr dirty="0" sz="1800" spc="-4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the</a:t>
            </a:r>
            <a:r>
              <a:rPr dirty="0" sz="1800" spc="-4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compiler</a:t>
            </a:r>
            <a:r>
              <a:rPr dirty="0" sz="1800" spc="-4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is</a:t>
            </a:r>
            <a:r>
              <a:rPr dirty="0" sz="1800" spc="-4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known</a:t>
            </a:r>
            <a:r>
              <a:rPr dirty="0" sz="1800" spc="-4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as</a:t>
            </a:r>
            <a:r>
              <a:rPr dirty="0" sz="1800" spc="-4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implicit</a:t>
            </a:r>
            <a:r>
              <a:rPr dirty="0" sz="1800" spc="-40">
                <a:latin typeface="Trebuchet MS"/>
                <a:cs typeface="Trebuchet MS"/>
              </a:rPr>
              <a:t> </a:t>
            </a:r>
            <a:r>
              <a:rPr dirty="0" sz="1800" spc="-20">
                <a:latin typeface="Trebuchet MS"/>
                <a:cs typeface="Trebuchet MS"/>
              </a:rPr>
              <a:t>type </a:t>
            </a:r>
            <a:r>
              <a:rPr dirty="0" sz="1800" spc="-10">
                <a:latin typeface="Trebuchet MS"/>
                <a:cs typeface="Trebuchet MS"/>
              </a:rPr>
              <a:t>conversion.</a:t>
            </a:r>
            <a:r>
              <a:rPr dirty="0" sz="1800" spc="-7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This</a:t>
            </a:r>
            <a:r>
              <a:rPr dirty="0" sz="1800" spc="-4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type</a:t>
            </a:r>
            <a:r>
              <a:rPr dirty="0" sz="1800" spc="-4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of</a:t>
            </a:r>
            <a:r>
              <a:rPr dirty="0" sz="1800" spc="-45">
                <a:latin typeface="Trebuchet MS"/>
                <a:cs typeface="Trebuchet MS"/>
              </a:rPr>
              <a:t> </a:t>
            </a:r>
            <a:r>
              <a:rPr dirty="0" sz="1800" spc="-10">
                <a:latin typeface="Trebuchet MS"/>
                <a:cs typeface="Trebuchet MS"/>
              </a:rPr>
              <a:t>conversion</a:t>
            </a:r>
            <a:r>
              <a:rPr dirty="0" sz="1800" spc="-5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is</a:t>
            </a:r>
            <a:r>
              <a:rPr dirty="0" sz="1800" spc="-4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also</a:t>
            </a:r>
            <a:r>
              <a:rPr dirty="0" sz="1800" spc="-4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known</a:t>
            </a:r>
            <a:r>
              <a:rPr dirty="0" sz="1800" spc="-4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as</a:t>
            </a:r>
            <a:r>
              <a:rPr dirty="0" sz="1800" spc="-4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automatic</a:t>
            </a:r>
            <a:r>
              <a:rPr dirty="0" sz="1800" spc="-45">
                <a:latin typeface="Trebuchet MS"/>
                <a:cs typeface="Trebuchet MS"/>
              </a:rPr>
              <a:t> </a:t>
            </a:r>
            <a:r>
              <a:rPr dirty="0" sz="1800" spc="-10">
                <a:latin typeface="Trebuchet MS"/>
                <a:cs typeface="Trebuchet MS"/>
              </a:rPr>
              <a:t>conversion.</a:t>
            </a:r>
            <a:endParaRPr sz="1800">
              <a:latin typeface="Trebuchet MS"/>
              <a:cs typeface="Trebuchet MS"/>
            </a:endParaRPr>
          </a:p>
          <a:p>
            <a:pPr marL="297815" indent="-251460">
              <a:lnSpc>
                <a:spcPct val="100000"/>
              </a:lnSpc>
              <a:spcBef>
                <a:spcPts val="1080"/>
              </a:spcBef>
              <a:buFont typeface="Arial MT"/>
              <a:buChar char="•"/>
              <a:tabLst>
                <a:tab pos="297815" algn="l"/>
              </a:tabLst>
            </a:pPr>
            <a:r>
              <a:rPr dirty="0" sz="1800">
                <a:latin typeface="Trebuchet MS"/>
                <a:cs typeface="Trebuchet MS"/>
              </a:rPr>
              <a:t>Done</a:t>
            </a:r>
            <a:r>
              <a:rPr dirty="0" sz="1800" spc="-4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by</a:t>
            </a:r>
            <a:r>
              <a:rPr dirty="0" sz="1800" spc="-4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the</a:t>
            </a:r>
            <a:r>
              <a:rPr dirty="0" sz="1800" spc="-4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compiler</a:t>
            </a:r>
            <a:r>
              <a:rPr dirty="0" sz="1800" spc="-3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on</a:t>
            </a:r>
            <a:r>
              <a:rPr dirty="0" sz="1800" spc="-4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its</a:t>
            </a:r>
            <a:r>
              <a:rPr dirty="0" sz="1800" spc="-4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own,</a:t>
            </a:r>
            <a:r>
              <a:rPr dirty="0" sz="1800" spc="-3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without</a:t>
            </a:r>
            <a:r>
              <a:rPr dirty="0" sz="1800" spc="-4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any</a:t>
            </a:r>
            <a:r>
              <a:rPr dirty="0" sz="1800" spc="-4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external</a:t>
            </a:r>
            <a:r>
              <a:rPr dirty="0" sz="1800" spc="-3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trigger</a:t>
            </a:r>
            <a:r>
              <a:rPr dirty="0" sz="1800" spc="-4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from</a:t>
            </a:r>
            <a:r>
              <a:rPr dirty="0" sz="1800" spc="-4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the</a:t>
            </a:r>
            <a:r>
              <a:rPr dirty="0" sz="1800" spc="-35">
                <a:latin typeface="Trebuchet MS"/>
                <a:cs typeface="Trebuchet MS"/>
              </a:rPr>
              <a:t> </a:t>
            </a:r>
            <a:r>
              <a:rPr dirty="0" sz="1800" spc="-10">
                <a:latin typeface="Trebuchet MS"/>
                <a:cs typeface="Trebuchet MS"/>
              </a:rPr>
              <a:t>user.</a:t>
            </a:r>
            <a:endParaRPr sz="1800">
              <a:latin typeface="Trebuchet MS"/>
              <a:cs typeface="Trebuchet MS"/>
            </a:endParaRPr>
          </a:p>
          <a:p>
            <a:pPr marL="298450" marR="5080" indent="-252095">
              <a:lnSpc>
                <a:spcPct val="150000"/>
              </a:lnSpc>
              <a:buFont typeface="Arial MT"/>
              <a:buChar char="•"/>
              <a:tabLst>
                <a:tab pos="298450" algn="l"/>
              </a:tabLst>
            </a:pPr>
            <a:r>
              <a:rPr dirty="0" sz="1800">
                <a:latin typeface="Trebuchet MS"/>
                <a:cs typeface="Trebuchet MS"/>
              </a:rPr>
              <a:t>Generally</a:t>
            </a:r>
            <a:r>
              <a:rPr dirty="0" sz="1800" spc="-5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takes</a:t>
            </a:r>
            <a:r>
              <a:rPr dirty="0" sz="1800" spc="-5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place</a:t>
            </a:r>
            <a:r>
              <a:rPr dirty="0" sz="1800" spc="-5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when</a:t>
            </a:r>
            <a:r>
              <a:rPr dirty="0" sz="1800" spc="-5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in</a:t>
            </a:r>
            <a:r>
              <a:rPr dirty="0" sz="1800" spc="-5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an</a:t>
            </a:r>
            <a:r>
              <a:rPr dirty="0" sz="1800" spc="-5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expression</a:t>
            </a:r>
            <a:r>
              <a:rPr dirty="0" sz="1800" spc="-5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more</a:t>
            </a:r>
            <a:r>
              <a:rPr dirty="0" sz="1800" spc="-5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than</a:t>
            </a:r>
            <a:r>
              <a:rPr dirty="0" sz="1800" spc="-5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one</a:t>
            </a:r>
            <a:r>
              <a:rPr dirty="0" sz="1800" spc="-5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data</a:t>
            </a:r>
            <a:r>
              <a:rPr dirty="0" sz="1800" spc="-5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type</a:t>
            </a:r>
            <a:r>
              <a:rPr dirty="0" sz="1800" spc="-5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is</a:t>
            </a:r>
            <a:r>
              <a:rPr dirty="0" sz="1800" spc="-5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present.</a:t>
            </a:r>
            <a:r>
              <a:rPr dirty="0" sz="1800" spc="-5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In</a:t>
            </a:r>
            <a:r>
              <a:rPr dirty="0" sz="1800" spc="-5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such</a:t>
            </a:r>
            <a:r>
              <a:rPr dirty="0" sz="1800" spc="-5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condition</a:t>
            </a:r>
            <a:r>
              <a:rPr dirty="0" sz="1800" spc="-55">
                <a:latin typeface="Trebuchet MS"/>
                <a:cs typeface="Trebuchet MS"/>
              </a:rPr>
              <a:t> </a:t>
            </a:r>
            <a:r>
              <a:rPr dirty="0" sz="1800" spc="-20">
                <a:latin typeface="Trebuchet MS"/>
                <a:cs typeface="Trebuchet MS"/>
              </a:rPr>
              <a:t>type </a:t>
            </a:r>
            <a:r>
              <a:rPr dirty="0" sz="1800" spc="-10">
                <a:latin typeface="Trebuchet MS"/>
                <a:cs typeface="Trebuchet MS"/>
              </a:rPr>
              <a:t>conversion</a:t>
            </a:r>
            <a:r>
              <a:rPr dirty="0" sz="1800" spc="-4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(type</a:t>
            </a:r>
            <a:r>
              <a:rPr dirty="0" sz="1800" spc="-4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promotion)</a:t>
            </a:r>
            <a:r>
              <a:rPr dirty="0" sz="1800" spc="-4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takes</a:t>
            </a:r>
            <a:r>
              <a:rPr dirty="0" sz="1800" spc="-4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place</a:t>
            </a:r>
            <a:r>
              <a:rPr dirty="0" sz="1800" spc="-4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to</a:t>
            </a:r>
            <a:r>
              <a:rPr dirty="0" sz="1800" spc="-4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avoid</a:t>
            </a:r>
            <a:r>
              <a:rPr dirty="0" sz="1800" spc="-4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lose</a:t>
            </a:r>
            <a:r>
              <a:rPr dirty="0" sz="1800" spc="-4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of</a:t>
            </a:r>
            <a:r>
              <a:rPr dirty="0" sz="1800" spc="-35">
                <a:latin typeface="Trebuchet MS"/>
                <a:cs typeface="Trebuchet MS"/>
              </a:rPr>
              <a:t> </a:t>
            </a:r>
            <a:r>
              <a:rPr dirty="0" sz="1800" spc="-10">
                <a:latin typeface="Trebuchet MS"/>
                <a:cs typeface="Trebuchet MS"/>
              </a:rPr>
              <a:t>data.</a:t>
            </a:r>
            <a:endParaRPr sz="1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84299" rIns="0" bIns="0" rtlCol="0" vert="horz">
            <a:spAutoFit/>
          </a:bodyPr>
          <a:lstStyle/>
          <a:p>
            <a:pPr marL="51435">
              <a:lnSpc>
                <a:spcPct val="100000"/>
              </a:lnSpc>
              <a:spcBef>
                <a:spcPts val="100"/>
              </a:spcBef>
            </a:pPr>
            <a:r>
              <a:rPr dirty="0" sz="2800" spc="-20">
                <a:latin typeface="Trebuchet MS"/>
                <a:cs typeface="Trebuchet MS"/>
              </a:rPr>
              <a:t>Type</a:t>
            </a:r>
            <a:r>
              <a:rPr dirty="0" sz="2800" spc="-165">
                <a:latin typeface="Trebuchet MS"/>
                <a:cs typeface="Trebuchet MS"/>
              </a:rPr>
              <a:t> </a:t>
            </a:r>
            <a:r>
              <a:rPr dirty="0" sz="2800" spc="-10">
                <a:latin typeface="Trebuchet MS"/>
                <a:cs typeface="Trebuchet MS"/>
              </a:rPr>
              <a:t>conversion</a:t>
            </a:r>
            <a:endParaRPr sz="2800">
              <a:latin typeface="Trebuchet MS"/>
              <a:cs typeface="Trebuchet MS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714517" y="1956980"/>
            <a:ext cx="10325735" cy="24942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63525" indent="-25082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63525" algn="l"/>
              </a:tabLst>
            </a:pPr>
            <a:r>
              <a:rPr dirty="0" sz="1800">
                <a:latin typeface="Trebuchet MS"/>
                <a:cs typeface="Trebuchet MS"/>
              </a:rPr>
              <a:t>All</a:t>
            </a:r>
            <a:r>
              <a:rPr dirty="0" sz="1800" spc="-5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the</a:t>
            </a:r>
            <a:r>
              <a:rPr dirty="0" sz="1800" spc="-4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data</a:t>
            </a:r>
            <a:r>
              <a:rPr dirty="0" sz="1800" spc="-4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types</a:t>
            </a:r>
            <a:r>
              <a:rPr dirty="0" sz="1800" spc="-5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of</a:t>
            </a:r>
            <a:r>
              <a:rPr dirty="0" sz="1800" spc="-4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the</a:t>
            </a:r>
            <a:r>
              <a:rPr dirty="0" sz="1800" spc="-4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variables</a:t>
            </a:r>
            <a:r>
              <a:rPr dirty="0" sz="1800" spc="-5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are</a:t>
            </a:r>
            <a:r>
              <a:rPr dirty="0" sz="1800" spc="-4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upgraded</a:t>
            </a:r>
            <a:r>
              <a:rPr dirty="0" sz="1800" spc="-4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to</a:t>
            </a:r>
            <a:r>
              <a:rPr dirty="0" sz="1800" spc="-5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the</a:t>
            </a:r>
            <a:r>
              <a:rPr dirty="0" sz="1800" spc="-4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data</a:t>
            </a:r>
            <a:r>
              <a:rPr dirty="0" sz="1800" spc="-4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type</a:t>
            </a:r>
            <a:r>
              <a:rPr dirty="0" sz="1800" spc="-5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of</a:t>
            </a:r>
            <a:r>
              <a:rPr dirty="0" sz="1800" spc="-4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the</a:t>
            </a:r>
            <a:r>
              <a:rPr dirty="0" sz="1800" spc="-4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variable</a:t>
            </a:r>
            <a:r>
              <a:rPr dirty="0" sz="1800" spc="-5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with</a:t>
            </a:r>
            <a:r>
              <a:rPr dirty="0" sz="1800" spc="-4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largest</a:t>
            </a:r>
            <a:r>
              <a:rPr dirty="0" sz="1800" spc="-45">
                <a:latin typeface="Trebuchet MS"/>
                <a:cs typeface="Trebuchet MS"/>
              </a:rPr>
              <a:t> </a:t>
            </a:r>
            <a:r>
              <a:rPr dirty="0" sz="1800" spc="-20">
                <a:latin typeface="Trebuchet MS"/>
                <a:cs typeface="Trebuchet MS"/>
              </a:rPr>
              <a:t>data</a:t>
            </a:r>
            <a:endParaRPr sz="18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70"/>
              </a:spcBef>
            </a:pPr>
            <a:endParaRPr sz="1800">
              <a:latin typeface="Trebuchet MS"/>
              <a:cs typeface="Trebuchet MS"/>
            </a:endParaRPr>
          </a:p>
          <a:p>
            <a:pPr marL="264160">
              <a:lnSpc>
                <a:spcPct val="100000"/>
              </a:lnSpc>
            </a:pPr>
            <a:r>
              <a:rPr dirty="0" sz="1800" spc="-10">
                <a:latin typeface="Trebuchet MS"/>
                <a:cs typeface="Trebuchet MS"/>
              </a:rPr>
              <a:t>type.</a:t>
            </a:r>
            <a:endParaRPr sz="1800">
              <a:latin typeface="Trebuchet MS"/>
              <a:cs typeface="Trebuchet MS"/>
            </a:endParaRPr>
          </a:p>
          <a:p>
            <a:pPr marL="700405" marR="6085840">
              <a:lnSpc>
                <a:spcPct val="200000"/>
              </a:lnSpc>
            </a:pPr>
            <a:r>
              <a:rPr dirty="0" sz="1800">
                <a:solidFill>
                  <a:srgbClr val="0070C0"/>
                </a:solidFill>
                <a:latin typeface="Trebuchet MS"/>
                <a:cs typeface="Trebuchet MS"/>
              </a:rPr>
              <a:t>bool</a:t>
            </a:r>
            <a:r>
              <a:rPr dirty="0" sz="1800" spc="-25">
                <a:solidFill>
                  <a:srgbClr val="0070C0"/>
                </a:solidFill>
                <a:latin typeface="Trebuchet MS"/>
                <a:cs typeface="Trebuchet MS"/>
              </a:rPr>
              <a:t> </a:t>
            </a:r>
            <a:r>
              <a:rPr dirty="0" sz="1800" spc="-20">
                <a:solidFill>
                  <a:srgbClr val="0070C0"/>
                </a:solidFill>
                <a:latin typeface="Trebuchet MS"/>
                <a:cs typeface="Trebuchet MS"/>
              </a:rPr>
              <a:t>-</a:t>
            </a:r>
            <a:r>
              <a:rPr dirty="0" sz="1800">
                <a:solidFill>
                  <a:srgbClr val="0070C0"/>
                </a:solidFill>
                <a:latin typeface="Trebuchet MS"/>
                <a:cs typeface="Trebuchet MS"/>
              </a:rPr>
              <a:t>&gt;</a:t>
            </a:r>
            <a:r>
              <a:rPr dirty="0" sz="1800" spc="-25">
                <a:solidFill>
                  <a:srgbClr val="0070C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0070C0"/>
                </a:solidFill>
                <a:latin typeface="Trebuchet MS"/>
                <a:cs typeface="Trebuchet MS"/>
              </a:rPr>
              <a:t>char</a:t>
            </a:r>
            <a:r>
              <a:rPr dirty="0" sz="1800" spc="-20">
                <a:solidFill>
                  <a:srgbClr val="0070C0"/>
                </a:solidFill>
                <a:latin typeface="Trebuchet MS"/>
                <a:cs typeface="Trebuchet MS"/>
              </a:rPr>
              <a:t> -</a:t>
            </a:r>
            <a:r>
              <a:rPr dirty="0" sz="1800">
                <a:solidFill>
                  <a:srgbClr val="0070C0"/>
                </a:solidFill>
                <a:latin typeface="Trebuchet MS"/>
                <a:cs typeface="Trebuchet MS"/>
              </a:rPr>
              <a:t>&gt;</a:t>
            </a:r>
            <a:r>
              <a:rPr dirty="0" sz="1800" spc="-25">
                <a:solidFill>
                  <a:srgbClr val="0070C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0070C0"/>
                </a:solidFill>
                <a:latin typeface="Trebuchet MS"/>
                <a:cs typeface="Trebuchet MS"/>
              </a:rPr>
              <a:t>short</a:t>
            </a:r>
            <a:r>
              <a:rPr dirty="0" sz="1800" spc="-25">
                <a:solidFill>
                  <a:srgbClr val="0070C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0070C0"/>
                </a:solidFill>
                <a:latin typeface="Trebuchet MS"/>
                <a:cs typeface="Trebuchet MS"/>
              </a:rPr>
              <a:t>int</a:t>
            </a:r>
            <a:r>
              <a:rPr dirty="0" sz="1800" spc="-20">
                <a:solidFill>
                  <a:srgbClr val="0070C0"/>
                </a:solidFill>
                <a:latin typeface="Trebuchet MS"/>
                <a:cs typeface="Trebuchet MS"/>
              </a:rPr>
              <a:t> -</a:t>
            </a:r>
            <a:r>
              <a:rPr dirty="0" sz="1800">
                <a:solidFill>
                  <a:srgbClr val="0070C0"/>
                </a:solidFill>
                <a:latin typeface="Trebuchet MS"/>
                <a:cs typeface="Trebuchet MS"/>
              </a:rPr>
              <a:t>&gt;</a:t>
            </a:r>
            <a:r>
              <a:rPr dirty="0" sz="1800" spc="-25">
                <a:solidFill>
                  <a:srgbClr val="0070C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0070C0"/>
                </a:solidFill>
                <a:latin typeface="Trebuchet MS"/>
                <a:cs typeface="Trebuchet MS"/>
              </a:rPr>
              <a:t>int</a:t>
            </a:r>
            <a:r>
              <a:rPr dirty="0" sz="1800" spc="-20">
                <a:solidFill>
                  <a:srgbClr val="0070C0"/>
                </a:solidFill>
                <a:latin typeface="Trebuchet MS"/>
                <a:cs typeface="Trebuchet MS"/>
              </a:rPr>
              <a:t> -</a:t>
            </a:r>
            <a:r>
              <a:rPr dirty="0" sz="1800" spc="-60">
                <a:solidFill>
                  <a:srgbClr val="0070C0"/>
                </a:solidFill>
                <a:latin typeface="Trebuchet MS"/>
                <a:cs typeface="Trebuchet MS"/>
              </a:rPr>
              <a:t>&gt; </a:t>
            </a:r>
            <a:r>
              <a:rPr dirty="0" sz="1800">
                <a:solidFill>
                  <a:srgbClr val="0070C0"/>
                </a:solidFill>
                <a:latin typeface="Trebuchet MS"/>
                <a:cs typeface="Trebuchet MS"/>
              </a:rPr>
              <a:t>unsigned</a:t>
            </a:r>
            <a:r>
              <a:rPr dirty="0" sz="1800" spc="-50">
                <a:solidFill>
                  <a:srgbClr val="0070C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0070C0"/>
                </a:solidFill>
                <a:latin typeface="Trebuchet MS"/>
                <a:cs typeface="Trebuchet MS"/>
              </a:rPr>
              <a:t>int</a:t>
            </a:r>
            <a:r>
              <a:rPr dirty="0" sz="1800" spc="-45">
                <a:solidFill>
                  <a:srgbClr val="0070C0"/>
                </a:solidFill>
                <a:latin typeface="Trebuchet MS"/>
                <a:cs typeface="Trebuchet MS"/>
              </a:rPr>
              <a:t> </a:t>
            </a:r>
            <a:r>
              <a:rPr dirty="0" sz="1800" spc="-20">
                <a:solidFill>
                  <a:srgbClr val="0070C0"/>
                </a:solidFill>
                <a:latin typeface="Trebuchet MS"/>
                <a:cs typeface="Trebuchet MS"/>
              </a:rPr>
              <a:t>-</a:t>
            </a:r>
            <a:r>
              <a:rPr dirty="0" sz="1800">
                <a:solidFill>
                  <a:srgbClr val="0070C0"/>
                </a:solidFill>
                <a:latin typeface="Trebuchet MS"/>
                <a:cs typeface="Trebuchet MS"/>
              </a:rPr>
              <a:t>&gt;</a:t>
            </a:r>
            <a:r>
              <a:rPr dirty="0" sz="1800" spc="-50">
                <a:solidFill>
                  <a:srgbClr val="0070C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0070C0"/>
                </a:solidFill>
                <a:latin typeface="Trebuchet MS"/>
                <a:cs typeface="Trebuchet MS"/>
              </a:rPr>
              <a:t>long</a:t>
            </a:r>
            <a:r>
              <a:rPr dirty="0" sz="1800" spc="-45">
                <a:solidFill>
                  <a:srgbClr val="0070C0"/>
                </a:solidFill>
                <a:latin typeface="Trebuchet MS"/>
                <a:cs typeface="Trebuchet MS"/>
              </a:rPr>
              <a:t> </a:t>
            </a:r>
            <a:r>
              <a:rPr dirty="0" sz="1800" spc="-20">
                <a:solidFill>
                  <a:srgbClr val="0070C0"/>
                </a:solidFill>
                <a:latin typeface="Trebuchet MS"/>
                <a:cs typeface="Trebuchet MS"/>
              </a:rPr>
              <a:t>-</a:t>
            </a:r>
            <a:r>
              <a:rPr dirty="0" sz="1800">
                <a:solidFill>
                  <a:srgbClr val="0070C0"/>
                </a:solidFill>
                <a:latin typeface="Trebuchet MS"/>
                <a:cs typeface="Trebuchet MS"/>
              </a:rPr>
              <a:t>&gt;</a:t>
            </a:r>
            <a:r>
              <a:rPr dirty="0" sz="1800" spc="-50">
                <a:solidFill>
                  <a:srgbClr val="0070C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0070C0"/>
                </a:solidFill>
                <a:latin typeface="Trebuchet MS"/>
                <a:cs typeface="Trebuchet MS"/>
              </a:rPr>
              <a:t>unsigned</a:t>
            </a:r>
            <a:r>
              <a:rPr dirty="0" sz="1800" spc="-45">
                <a:solidFill>
                  <a:srgbClr val="0070C0"/>
                </a:solidFill>
                <a:latin typeface="Trebuchet MS"/>
                <a:cs typeface="Trebuchet MS"/>
              </a:rPr>
              <a:t> </a:t>
            </a:r>
            <a:r>
              <a:rPr dirty="0" sz="1800" spc="-20">
                <a:solidFill>
                  <a:srgbClr val="0070C0"/>
                </a:solidFill>
                <a:latin typeface="Trebuchet MS"/>
                <a:cs typeface="Trebuchet MS"/>
              </a:rPr>
              <a:t>-</a:t>
            </a:r>
            <a:r>
              <a:rPr dirty="0" sz="1800" spc="-50">
                <a:solidFill>
                  <a:srgbClr val="0070C0"/>
                </a:solidFill>
                <a:latin typeface="Trebuchet MS"/>
                <a:cs typeface="Trebuchet MS"/>
              </a:rPr>
              <a:t>&gt;</a:t>
            </a:r>
            <a:endParaRPr sz="18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65"/>
              </a:spcBef>
            </a:pPr>
            <a:endParaRPr sz="1800">
              <a:latin typeface="Trebuchet MS"/>
              <a:cs typeface="Trebuchet MS"/>
            </a:endParaRPr>
          </a:p>
          <a:p>
            <a:pPr marL="700405">
              <a:lnSpc>
                <a:spcPct val="100000"/>
              </a:lnSpc>
              <a:spcBef>
                <a:spcPts val="5"/>
              </a:spcBef>
            </a:pPr>
            <a:r>
              <a:rPr dirty="0" sz="1800">
                <a:solidFill>
                  <a:srgbClr val="0070C0"/>
                </a:solidFill>
                <a:latin typeface="Trebuchet MS"/>
                <a:cs typeface="Trebuchet MS"/>
              </a:rPr>
              <a:t>long</a:t>
            </a:r>
            <a:r>
              <a:rPr dirty="0" sz="1800" spc="-20">
                <a:solidFill>
                  <a:srgbClr val="0070C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0070C0"/>
                </a:solidFill>
                <a:latin typeface="Trebuchet MS"/>
                <a:cs typeface="Trebuchet MS"/>
              </a:rPr>
              <a:t>long</a:t>
            </a:r>
            <a:r>
              <a:rPr dirty="0" sz="1800" spc="-15">
                <a:solidFill>
                  <a:srgbClr val="0070C0"/>
                </a:solidFill>
                <a:latin typeface="Trebuchet MS"/>
                <a:cs typeface="Trebuchet MS"/>
              </a:rPr>
              <a:t> </a:t>
            </a:r>
            <a:r>
              <a:rPr dirty="0" sz="1800" spc="-20">
                <a:solidFill>
                  <a:srgbClr val="0070C0"/>
                </a:solidFill>
                <a:latin typeface="Trebuchet MS"/>
                <a:cs typeface="Trebuchet MS"/>
              </a:rPr>
              <a:t>-</a:t>
            </a:r>
            <a:r>
              <a:rPr dirty="0" sz="1800">
                <a:solidFill>
                  <a:srgbClr val="0070C0"/>
                </a:solidFill>
                <a:latin typeface="Trebuchet MS"/>
                <a:cs typeface="Trebuchet MS"/>
              </a:rPr>
              <a:t>&gt;</a:t>
            </a:r>
            <a:r>
              <a:rPr dirty="0" sz="1800" spc="-15">
                <a:solidFill>
                  <a:srgbClr val="0070C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0070C0"/>
                </a:solidFill>
                <a:latin typeface="Trebuchet MS"/>
                <a:cs typeface="Trebuchet MS"/>
              </a:rPr>
              <a:t>float</a:t>
            </a:r>
            <a:r>
              <a:rPr dirty="0" sz="1800" spc="-20">
                <a:solidFill>
                  <a:srgbClr val="0070C0"/>
                </a:solidFill>
                <a:latin typeface="Trebuchet MS"/>
                <a:cs typeface="Trebuchet MS"/>
              </a:rPr>
              <a:t> -</a:t>
            </a:r>
            <a:r>
              <a:rPr dirty="0" sz="1800">
                <a:solidFill>
                  <a:srgbClr val="0070C0"/>
                </a:solidFill>
                <a:latin typeface="Trebuchet MS"/>
                <a:cs typeface="Trebuchet MS"/>
              </a:rPr>
              <a:t>&gt;</a:t>
            </a:r>
            <a:r>
              <a:rPr dirty="0" sz="1800" spc="-15">
                <a:solidFill>
                  <a:srgbClr val="0070C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0070C0"/>
                </a:solidFill>
                <a:latin typeface="Trebuchet MS"/>
                <a:cs typeface="Trebuchet MS"/>
              </a:rPr>
              <a:t>double</a:t>
            </a:r>
            <a:r>
              <a:rPr dirty="0" sz="1800" spc="-15">
                <a:solidFill>
                  <a:srgbClr val="0070C0"/>
                </a:solidFill>
                <a:latin typeface="Trebuchet MS"/>
                <a:cs typeface="Trebuchet MS"/>
              </a:rPr>
              <a:t> </a:t>
            </a:r>
            <a:r>
              <a:rPr dirty="0" sz="1800" spc="-20">
                <a:solidFill>
                  <a:srgbClr val="0070C0"/>
                </a:solidFill>
                <a:latin typeface="Trebuchet MS"/>
                <a:cs typeface="Trebuchet MS"/>
              </a:rPr>
              <a:t>-</a:t>
            </a:r>
            <a:r>
              <a:rPr dirty="0" sz="1800">
                <a:solidFill>
                  <a:srgbClr val="0070C0"/>
                </a:solidFill>
                <a:latin typeface="Trebuchet MS"/>
                <a:cs typeface="Trebuchet MS"/>
              </a:rPr>
              <a:t>&gt;</a:t>
            </a:r>
            <a:r>
              <a:rPr dirty="0" sz="1800" spc="-20">
                <a:solidFill>
                  <a:srgbClr val="0070C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0070C0"/>
                </a:solidFill>
                <a:latin typeface="Trebuchet MS"/>
                <a:cs typeface="Trebuchet MS"/>
              </a:rPr>
              <a:t>long</a:t>
            </a:r>
            <a:r>
              <a:rPr dirty="0" sz="1800" spc="-15">
                <a:solidFill>
                  <a:srgbClr val="0070C0"/>
                </a:solidFill>
                <a:latin typeface="Trebuchet MS"/>
                <a:cs typeface="Trebuchet MS"/>
              </a:rPr>
              <a:t> </a:t>
            </a:r>
            <a:r>
              <a:rPr dirty="0" sz="1800" spc="-10">
                <a:solidFill>
                  <a:srgbClr val="0070C0"/>
                </a:solidFill>
                <a:latin typeface="Trebuchet MS"/>
                <a:cs typeface="Trebuchet MS"/>
              </a:rPr>
              <a:t>double</a:t>
            </a:r>
            <a:endParaRPr sz="1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84299" rIns="0" bIns="0" rtlCol="0" vert="horz">
            <a:spAutoFit/>
          </a:bodyPr>
          <a:lstStyle/>
          <a:p>
            <a:pPr marL="51435">
              <a:lnSpc>
                <a:spcPct val="100000"/>
              </a:lnSpc>
              <a:spcBef>
                <a:spcPts val="100"/>
              </a:spcBef>
            </a:pPr>
            <a:r>
              <a:rPr dirty="0" sz="2800" spc="-20">
                <a:latin typeface="Trebuchet MS"/>
                <a:cs typeface="Trebuchet MS"/>
              </a:rPr>
              <a:t>Type</a:t>
            </a:r>
            <a:r>
              <a:rPr dirty="0" sz="2800" spc="-165">
                <a:latin typeface="Trebuchet MS"/>
                <a:cs typeface="Trebuchet MS"/>
              </a:rPr>
              <a:t> </a:t>
            </a:r>
            <a:r>
              <a:rPr dirty="0" sz="2800" spc="-10">
                <a:latin typeface="Trebuchet MS"/>
                <a:cs typeface="Trebuchet MS"/>
              </a:rPr>
              <a:t>conversion</a:t>
            </a:r>
            <a:endParaRPr sz="2800">
              <a:latin typeface="Trebuchet MS"/>
              <a:cs typeface="Trebuchet MS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454025" y="1804230"/>
            <a:ext cx="5890260" cy="414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367919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Trebuchet MS"/>
                <a:cs typeface="Trebuchet MS"/>
              </a:rPr>
              <a:t>#include</a:t>
            </a:r>
            <a:r>
              <a:rPr dirty="0" sz="1800" spc="-110">
                <a:latin typeface="Trebuchet MS"/>
                <a:cs typeface="Trebuchet MS"/>
              </a:rPr>
              <a:t> </a:t>
            </a:r>
            <a:r>
              <a:rPr dirty="0" sz="1800" spc="-10">
                <a:latin typeface="Trebuchet MS"/>
                <a:cs typeface="Trebuchet MS"/>
              </a:rPr>
              <a:t>&lt;iostream&gt; </a:t>
            </a:r>
            <a:r>
              <a:rPr dirty="0" sz="1800">
                <a:latin typeface="Trebuchet MS"/>
                <a:cs typeface="Trebuchet MS"/>
              </a:rPr>
              <a:t>using</a:t>
            </a:r>
            <a:r>
              <a:rPr dirty="0" sz="1800" spc="-65">
                <a:latin typeface="Trebuchet MS"/>
                <a:cs typeface="Trebuchet MS"/>
              </a:rPr>
              <a:t> </a:t>
            </a:r>
            <a:r>
              <a:rPr dirty="0" sz="1800" spc="-10">
                <a:latin typeface="Trebuchet MS"/>
                <a:cs typeface="Trebuchet MS"/>
              </a:rPr>
              <a:t>namespace</a:t>
            </a:r>
            <a:r>
              <a:rPr dirty="0" sz="1800" spc="-55">
                <a:latin typeface="Trebuchet MS"/>
                <a:cs typeface="Trebuchet MS"/>
              </a:rPr>
              <a:t> </a:t>
            </a:r>
            <a:r>
              <a:rPr dirty="0" sz="1800" spc="-20">
                <a:latin typeface="Trebuchet MS"/>
                <a:cs typeface="Trebuchet MS"/>
              </a:rPr>
              <a:t>std; </a:t>
            </a:r>
            <a:r>
              <a:rPr dirty="0" sz="1800">
                <a:latin typeface="Trebuchet MS"/>
                <a:cs typeface="Trebuchet MS"/>
              </a:rPr>
              <a:t>int</a:t>
            </a:r>
            <a:r>
              <a:rPr dirty="0" sz="1800" spc="-40">
                <a:latin typeface="Trebuchet MS"/>
                <a:cs typeface="Trebuchet MS"/>
              </a:rPr>
              <a:t> </a:t>
            </a:r>
            <a:r>
              <a:rPr dirty="0" sz="1800" spc="-10">
                <a:latin typeface="Trebuchet MS"/>
                <a:cs typeface="Trebuchet MS"/>
              </a:rPr>
              <a:t>main()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dirty="0" sz="1800" spc="-50">
                <a:latin typeface="Trebuchet MS"/>
                <a:cs typeface="Trebuchet MS"/>
              </a:rPr>
              <a:t>{</a:t>
            </a:r>
            <a:endParaRPr sz="1800">
              <a:latin typeface="Trebuchet MS"/>
              <a:cs typeface="Trebuchet MS"/>
            </a:endParaRPr>
          </a:p>
          <a:p>
            <a:pPr marL="287655" marR="2887980">
              <a:lnSpc>
                <a:spcPct val="100000"/>
              </a:lnSpc>
            </a:pPr>
            <a:r>
              <a:rPr dirty="0" sz="1800">
                <a:latin typeface="Trebuchet MS"/>
                <a:cs typeface="Trebuchet MS"/>
              </a:rPr>
              <a:t>int</a:t>
            </a:r>
            <a:r>
              <a:rPr dirty="0" sz="1800" spc="-4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x</a:t>
            </a:r>
            <a:r>
              <a:rPr dirty="0" sz="1800" spc="-3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=</a:t>
            </a:r>
            <a:r>
              <a:rPr dirty="0" sz="1800" spc="-3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10;</a:t>
            </a:r>
            <a:r>
              <a:rPr dirty="0" sz="1800" spc="-30"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FF0000"/>
                </a:solidFill>
                <a:latin typeface="Trebuchet MS"/>
                <a:cs typeface="Trebuchet MS"/>
              </a:rPr>
              <a:t>//</a:t>
            </a:r>
            <a:r>
              <a:rPr dirty="0" sz="1800" spc="-35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FF0000"/>
                </a:solidFill>
                <a:latin typeface="Trebuchet MS"/>
                <a:cs typeface="Trebuchet MS"/>
              </a:rPr>
              <a:t>integer</a:t>
            </a:r>
            <a:r>
              <a:rPr dirty="0" sz="1800" spc="-35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dirty="0" sz="1800" spc="-50">
                <a:solidFill>
                  <a:srgbClr val="FF0000"/>
                </a:solidFill>
                <a:latin typeface="Trebuchet MS"/>
                <a:cs typeface="Trebuchet MS"/>
              </a:rPr>
              <a:t>x </a:t>
            </a:r>
            <a:r>
              <a:rPr dirty="0" sz="1800">
                <a:latin typeface="Trebuchet MS"/>
                <a:cs typeface="Trebuchet MS"/>
              </a:rPr>
              <a:t>char</a:t>
            </a:r>
            <a:r>
              <a:rPr dirty="0" sz="1800" spc="-4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y</a:t>
            </a:r>
            <a:r>
              <a:rPr dirty="0" sz="1800" spc="-4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=</a:t>
            </a:r>
            <a:r>
              <a:rPr dirty="0" sz="1800" spc="-4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'a';</a:t>
            </a:r>
            <a:r>
              <a:rPr dirty="0" sz="1800" spc="-30"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FF0000"/>
                </a:solidFill>
                <a:latin typeface="Trebuchet MS"/>
                <a:cs typeface="Trebuchet MS"/>
              </a:rPr>
              <a:t>//</a:t>
            </a:r>
            <a:r>
              <a:rPr dirty="0" sz="1800" spc="-45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FF0000"/>
                </a:solidFill>
                <a:latin typeface="Trebuchet MS"/>
                <a:cs typeface="Trebuchet MS"/>
              </a:rPr>
              <a:t>character</a:t>
            </a:r>
            <a:r>
              <a:rPr dirty="0" sz="1800" spc="-45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dirty="0" sz="1800" spc="-50">
                <a:solidFill>
                  <a:srgbClr val="FF0000"/>
                </a:solidFill>
                <a:latin typeface="Trebuchet MS"/>
                <a:cs typeface="Trebuchet MS"/>
              </a:rPr>
              <a:t>c</a:t>
            </a:r>
            <a:endParaRPr sz="1800">
              <a:latin typeface="Trebuchet MS"/>
              <a:cs typeface="Trebuchet MS"/>
            </a:endParaRPr>
          </a:p>
          <a:p>
            <a:pPr marL="287655" marR="5080" indent="68580">
              <a:lnSpc>
                <a:spcPct val="100000"/>
              </a:lnSpc>
            </a:pPr>
            <a:r>
              <a:rPr dirty="0" sz="1800">
                <a:solidFill>
                  <a:srgbClr val="FF0000"/>
                </a:solidFill>
                <a:latin typeface="Trebuchet MS"/>
                <a:cs typeface="Trebuchet MS"/>
              </a:rPr>
              <a:t>//</a:t>
            </a:r>
            <a:r>
              <a:rPr dirty="0" sz="1800" spc="-35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FF0000"/>
                </a:solidFill>
                <a:latin typeface="Trebuchet MS"/>
                <a:cs typeface="Trebuchet MS"/>
              </a:rPr>
              <a:t>y</a:t>
            </a:r>
            <a:r>
              <a:rPr dirty="0" sz="1800" spc="-35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FF0000"/>
                </a:solidFill>
                <a:latin typeface="Trebuchet MS"/>
                <a:cs typeface="Trebuchet MS"/>
              </a:rPr>
              <a:t>implicitly</a:t>
            </a:r>
            <a:r>
              <a:rPr dirty="0" sz="1800" spc="-35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FF0000"/>
                </a:solidFill>
                <a:latin typeface="Trebuchet MS"/>
                <a:cs typeface="Trebuchet MS"/>
              </a:rPr>
              <a:t>converted</a:t>
            </a:r>
            <a:r>
              <a:rPr dirty="0" sz="1800" spc="-35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FF0000"/>
                </a:solidFill>
                <a:latin typeface="Trebuchet MS"/>
                <a:cs typeface="Trebuchet MS"/>
              </a:rPr>
              <a:t>to</a:t>
            </a:r>
            <a:r>
              <a:rPr dirty="0" sz="1800" spc="-35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dirty="0" sz="1800" spc="-10">
                <a:solidFill>
                  <a:srgbClr val="FF0000"/>
                </a:solidFill>
                <a:latin typeface="Trebuchet MS"/>
                <a:cs typeface="Trebuchet MS"/>
              </a:rPr>
              <a:t>int.</a:t>
            </a:r>
            <a:r>
              <a:rPr dirty="0" sz="1800" spc="-125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FF0000"/>
                </a:solidFill>
                <a:latin typeface="Trebuchet MS"/>
                <a:cs typeface="Trebuchet MS"/>
              </a:rPr>
              <a:t>ASCII</a:t>
            </a:r>
            <a:r>
              <a:rPr dirty="0" sz="1800" spc="-35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FF0000"/>
                </a:solidFill>
                <a:latin typeface="Trebuchet MS"/>
                <a:cs typeface="Trebuchet MS"/>
              </a:rPr>
              <a:t>value</a:t>
            </a:r>
            <a:r>
              <a:rPr dirty="0" sz="1800" spc="-3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FF0000"/>
                </a:solidFill>
                <a:latin typeface="Trebuchet MS"/>
                <a:cs typeface="Trebuchet MS"/>
              </a:rPr>
              <a:t>of</a:t>
            </a:r>
            <a:r>
              <a:rPr dirty="0" sz="1800" spc="-35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FF0000"/>
                </a:solidFill>
                <a:latin typeface="Trebuchet MS"/>
                <a:cs typeface="Trebuchet MS"/>
              </a:rPr>
              <a:t>'a'</a:t>
            </a:r>
            <a:r>
              <a:rPr dirty="0" sz="1800" spc="-35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FF0000"/>
                </a:solidFill>
                <a:latin typeface="Trebuchet MS"/>
                <a:cs typeface="Trebuchet MS"/>
              </a:rPr>
              <a:t>is</a:t>
            </a:r>
            <a:r>
              <a:rPr dirty="0" sz="1800" spc="-35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dirty="0" sz="1800" spc="-25">
                <a:solidFill>
                  <a:srgbClr val="FF0000"/>
                </a:solidFill>
                <a:latin typeface="Trebuchet MS"/>
                <a:cs typeface="Trebuchet MS"/>
              </a:rPr>
              <a:t>97 </a:t>
            </a:r>
            <a:r>
              <a:rPr dirty="0" sz="1800">
                <a:latin typeface="Trebuchet MS"/>
                <a:cs typeface="Trebuchet MS"/>
              </a:rPr>
              <a:t>x</a:t>
            </a:r>
            <a:r>
              <a:rPr dirty="0" sz="1800" spc="-1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=</a:t>
            </a:r>
            <a:r>
              <a:rPr dirty="0" sz="1800" spc="-1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x</a:t>
            </a:r>
            <a:r>
              <a:rPr dirty="0" sz="1800" spc="-1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+</a:t>
            </a:r>
            <a:r>
              <a:rPr dirty="0" sz="1800" spc="-10">
                <a:latin typeface="Trebuchet MS"/>
                <a:cs typeface="Trebuchet MS"/>
              </a:rPr>
              <a:t> </a:t>
            </a:r>
            <a:r>
              <a:rPr dirty="0" sz="1800" spc="-25">
                <a:latin typeface="Trebuchet MS"/>
                <a:cs typeface="Trebuchet MS"/>
              </a:rPr>
              <a:t>y;</a:t>
            </a:r>
            <a:endParaRPr sz="1800">
              <a:latin typeface="Trebuchet MS"/>
              <a:cs typeface="Trebuchet MS"/>
            </a:endParaRPr>
          </a:p>
          <a:p>
            <a:pPr marL="287655" marR="1842135" indent="137160">
              <a:lnSpc>
                <a:spcPct val="100000"/>
              </a:lnSpc>
            </a:pPr>
            <a:r>
              <a:rPr dirty="0" sz="1800">
                <a:solidFill>
                  <a:srgbClr val="FF0000"/>
                </a:solidFill>
                <a:latin typeface="Trebuchet MS"/>
                <a:cs typeface="Trebuchet MS"/>
              </a:rPr>
              <a:t>//</a:t>
            </a:r>
            <a:r>
              <a:rPr dirty="0" sz="1800" spc="-4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FF0000"/>
                </a:solidFill>
                <a:latin typeface="Trebuchet MS"/>
                <a:cs typeface="Trebuchet MS"/>
              </a:rPr>
              <a:t>x</a:t>
            </a:r>
            <a:r>
              <a:rPr dirty="0" sz="1800" spc="-4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FF0000"/>
                </a:solidFill>
                <a:latin typeface="Trebuchet MS"/>
                <a:cs typeface="Trebuchet MS"/>
              </a:rPr>
              <a:t>is</a:t>
            </a:r>
            <a:r>
              <a:rPr dirty="0" sz="1800" spc="-4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FF0000"/>
                </a:solidFill>
                <a:latin typeface="Trebuchet MS"/>
                <a:cs typeface="Trebuchet MS"/>
              </a:rPr>
              <a:t>implicitly</a:t>
            </a:r>
            <a:r>
              <a:rPr dirty="0" sz="1800" spc="-35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FF0000"/>
                </a:solidFill>
                <a:latin typeface="Trebuchet MS"/>
                <a:cs typeface="Trebuchet MS"/>
              </a:rPr>
              <a:t>converted</a:t>
            </a:r>
            <a:r>
              <a:rPr dirty="0" sz="1800" spc="-4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FF0000"/>
                </a:solidFill>
                <a:latin typeface="Trebuchet MS"/>
                <a:cs typeface="Trebuchet MS"/>
              </a:rPr>
              <a:t>to</a:t>
            </a:r>
            <a:r>
              <a:rPr dirty="0" sz="1800" spc="-4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dirty="0" sz="1800" spc="-10">
                <a:solidFill>
                  <a:srgbClr val="FF0000"/>
                </a:solidFill>
                <a:latin typeface="Trebuchet MS"/>
                <a:cs typeface="Trebuchet MS"/>
              </a:rPr>
              <a:t>float </a:t>
            </a:r>
            <a:r>
              <a:rPr dirty="0" sz="1800">
                <a:latin typeface="Trebuchet MS"/>
                <a:cs typeface="Trebuchet MS"/>
              </a:rPr>
              <a:t>float</a:t>
            </a:r>
            <a:r>
              <a:rPr dirty="0" sz="1800" spc="-1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z</a:t>
            </a:r>
            <a:r>
              <a:rPr dirty="0" sz="1800" spc="-1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=</a:t>
            </a:r>
            <a:r>
              <a:rPr dirty="0" sz="1800" spc="-1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x</a:t>
            </a:r>
            <a:r>
              <a:rPr dirty="0" sz="1800" spc="-1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+</a:t>
            </a:r>
            <a:r>
              <a:rPr dirty="0" sz="1800" spc="-10">
                <a:latin typeface="Trebuchet MS"/>
                <a:cs typeface="Trebuchet MS"/>
              </a:rPr>
              <a:t> </a:t>
            </a:r>
            <a:r>
              <a:rPr dirty="0" sz="1800" spc="-20">
                <a:latin typeface="Trebuchet MS"/>
                <a:cs typeface="Trebuchet MS"/>
              </a:rPr>
              <a:t>1.0;</a:t>
            </a:r>
            <a:endParaRPr sz="1800">
              <a:latin typeface="Trebuchet MS"/>
              <a:cs typeface="Trebuchet MS"/>
            </a:endParaRPr>
          </a:p>
          <a:p>
            <a:pPr algn="r" marR="2933700">
              <a:lnSpc>
                <a:spcPct val="100000"/>
              </a:lnSpc>
            </a:pPr>
            <a:r>
              <a:rPr dirty="0" sz="1800">
                <a:latin typeface="Trebuchet MS"/>
                <a:cs typeface="Trebuchet MS"/>
              </a:rPr>
              <a:t>cout</a:t>
            </a:r>
            <a:r>
              <a:rPr dirty="0" sz="1800" spc="-2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&lt;&lt;</a:t>
            </a:r>
            <a:r>
              <a:rPr dirty="0" sz="1800" spc="-2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"x</a:t>
            </a:r>
            <a:r>
              <a:rPr dirty="0" sz="1800" spc="-2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=</a:t>
            </a:r>
            <a:r>
              <a:rPr dirty="0" sz="1800" spc="-2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"</a:t>
            </a:r>
            <a:r>
              <a:rPr dirty="0" sz="1800" spc="-2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&lt;&lt;</a:t>
            </a:r>
            <a:r>
              <a:rPr dirty="0" sz="1800" spc="-2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x</a:t>
            </a:r>
            <a:r>
              <a:rPr dirty="0" sz="1800" spc="-2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&lt;&lt;</a:t>
            </a:r>
            <a:r>
              <a:rPr dirty="0" sz="1800" spc="-20">
                <a:latin typeface="Trebuchet MS"/>
                <a:cs typeface="Trebuchet MS"/>
              </a:rPr>
              <a:t> endl</a:t>
            </a:r>
            <a:endParaRPr sz="1800">
              <a:latin typeface="Trebuchet MS"/>
              <a:cs typeface="Trebuchet MS"/>
            </a:endParaRPr>
          </a:p>
          <a:p>
            <a:pPr algn="r" marR="2974975">
              <a:lnSpc>
                <a:spcPct val="100000"/>
              </a:lnSpc>
            </a:pPr>
            <a:r>
              <a:rPr dirty="0" sz="1800">
                <a:latin typeface="Trebuchet MS"/>
                <a:cs typeface="Trebuchet MS"/>
              </a:rPr>
              <a:t>&lt;&lt;</a:t>
            </a:r>
            <a:r>
              <a:rPr dirty="0" sz="1800" spc="-2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"y</a:t>
            </a:r>
            <a:r>
              <a:rPr dirty="0" sz="1800" spc="-2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=</a:t>
            </a:r>
            <a:r>
              <a:rPr dirty="0" sz="1800" spc="-2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"</a:t>
            </a:r>
            <a:r>
              <a:rPr dirty="0" sz="1800" spc="-2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&lt;&lt;</a:t>
            </a:r>
            <a:r>
              <a:rPr dirty="0" sz="1800" spc="-2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y</a:t>
            </a:r>
            <a:r>
              <a:rPr dirty="0" sz="1800" spc="-2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&lt;&lt;</a:t>
            </a:r>
            <a:r>
              <a:rPr dirty="0" sz="1800" spc="-20">
                <a:latin typeface="Trebuchet MS"/>
                <a:cs typeface="Trebuchet MS"/>
              </a:rPr>
              <a:t> endl</a:t>
            </a:r>
            <a:endParaRPr sz="1800">
              <a:latin typeface="Trebuchet MS"/>
              <a:cs typeface="Trebuchet MS"/>
            </a:endParaRPr>
          </a:p>
          <a:p>
            <a:pPr marL="287655" marR="2898775" indent="481330">
              <a:lnSpc>
                <a:spcPct val="100000"/>
              </a:lnSpc>
            </a:pPr>
            <a:r>
              <a:rPr dirty="0" sz="1800">
                <a:latin typeface="Trebuchet MS"/>
                <a:cs typeface="Trebuchet MS"/>
              </a:rPr>
              <a:t>&lt;&lt;</a:t>
            </a:r>
            <a:r>
              <a:rPr dirty="0" sz="1800" spc="-2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"z</a:t>
            </a:r>
            <a:r>
              <a:rPr dirty="0" sz="1800" spc="-2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=</a:t>
            </a:r>
            <a:r>
              <a:rPr dirty="0" sz="1800" spc="-1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"</a:t>
            </a:r>
            <a:r>
              <a:rPr dirty="0" sz="1800" spc="-2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&lt;&lt;</a:t>
            </a:r>
            <a:r>
              <a:rPr dirty="0" sz="1800" spc="-2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z</a:t>
            </a:r>
            <a:r>
              <a:rPr dirty="0" sz="1800" spc="-1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&lt;&lt;</a:t>
            </a:r>
            <a:r>
              <a:rPr dirty="0" sz="1800" spc="-20">
                <a:latin typeface="Trebuchet MS"/>
                <a:cs typeface="Trebuchet MS"/>
              </a:rPr>
              <a:t> </a:t>
            </a:r>
            <a:r>
              <a:rPr dirty="0" sz="1800" spc="-10">
                <a:latin typeface="Trebuchet MS"/>
                <a:cs typeface="Trebuchet MS"/>
              </a:rPr>
              <a:t>endl; </a:t>
            </a:r>
            <a:r>
              <a:rPr dirty="0" sz="1800">
                <a:latin typeface="Trebuchet MS"/>
                <a:cs typeface="Trebuchet MS"/>
              </a:rPr>
              <a:t>return</a:t>
            </a:r>
            <a:r>
              <a:rPr dirty="0" sz="1800" spc="-85">
                <a:latin typeface="Trebuchet MS"/>
                <a:cs typeface="Trebuchet MS"/>
              </a:rPr>
              <a:t> </a:t>
            </a:r>
            <a:r>
              <a:rPr dirty="0" sz="1800" spc="-25">
                <a:latin typeface="Trebuchet MS"/>
                <a:cs typeface="Trebuchet MS"/>
              </a:rPr>
              <a:t>0;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dirty="0" sz="1800" spc="-50">
                <a:latin typeface="Trebuchet MS"/>
                <a:cs typeface="Trebuchet MS"/>
              </a:rPr>
              <a:t>}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7550150" y="3689096"/>
            <a:ext cx="1118870" cy="1671320"/>
          </a:xfrm>
          <a:prstGeom prst="rect">
            <a:avLst/>
          </a:prstGeom>
        </p:spPr>
        <p:txBody>
          <a:bodyPr wrap="square" lIns="0" tIns="1498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80"/>
              </a:spcBef>
            </a:pPr>
            <a:r>
              <a:rPr dirty="0" sz="1800" spc="-10">
                <a:solidFill>
                  <a:srgbClr val="0070C0"/>
                </a:solidFill>
                <a:latin typeface="Trebuchet MS"/>
                <a:cs typeface="Trebuchet MS"/>
              </a:rPr>
              <a:t>Output:</a:t>
            </a:r>
            <a:endParaRPr sz="1800">
              <a:latin typeface="Trebuchet MS"/>
              <a:cs typeface="Trebuchet MS"/>
            </a:endParaRPr>
          </a:p>
          <a:p>
            <a:pPr marL="374650">
              <a:lnSpc>
                <a:spcPct val="100000"/>
              </a:lnSpc>
              <a:spcBef>
                <a:spcPts val="1080"/>
              </a:spcBef>
            </a:pPr>
            <a:r>
              <a:rPr dirty="0" sz="1800">
                <a:latin typeface="Trebuchet MS"/>
                <a:cs typeface="Trebuchet MS"/>
              </a:rPr>
              <a:t>x</a:t>
            </a:r>
            <a:r>
              <a:rPr dirty="0" sz="1800" spc="-1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=</a:t>
            </a:r>
            <a:r>
              <a:rPr dirty="0" sz="1800" spc="-10">
                <a:latin typeface="Trebuchet MS"/>
                <a:cs typeface="Trebuchet MS"/>
              </a:rPr>
              <a:t> </a:t>
            </a:r>
            <a:r>
              <a:rPr dirty="0" sz="1800" spc="-25">
                <a:latin typeface="Trebuchet MS"/>
                <a:cs typeface="Trebuchet MS"/>
              </a:rPr>
              <a:t>107</a:t>
            </a:r>
            <a:endParaRPr sz="1800">
              <a:latin typeface="Trebuchet MS"/>
              <a:cs typeface="Trebuchet MS"/>
            </a:endParaRPr>
          </a:p>
          <a:p>
            <a:pPr marL="374650">
              <a:lnSpc>
                <a:spcPct val="100000"/>
              </a:lnSpc>
              <a:spcBef>
                <a:spcPts val="1080"/>
              </a:spcBef>
            </a:pPr>
            <a:r>
              <a:rPr dirty="0" sz="1800">
                <a:latin typeface="Trebuchet MS"/>
                <a:cs typeface="Trebuchet MS"/>
              </a:rPr>
              <a:t>y</a:t>
            </a:r>
            <a:r>
              <a:rPr dirty="0" sz="1800" spc="-1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=</a:t>
            </a:r>
            <a:r>
              <a:rPr dirty="0" sz="1800" spc="-10">
                <a:latin typeface="Trebuchet MS"/>
                <a:cs typeface="Trebuchet MS"/>
              </a:rPr>
              <a:t> </a:t>
            </a:r>
            <a:r>
              <a:rPr dirty="0" sz="1800" spc="-60">
                <a:latin typeface="Trebuchet MS"/>
                <a:cs typeface="Trebuchet MS"/>
              </a:rPr>
              <a:t>a</a:t>
            </a:r>
            <a:endParaRPr sz="1800">
              <a:latin typeface="Trebuchet MS"/>
              <a:cs typeface="Trebuchet MS"/>
            </a:endParaRPr>
          </a:p>
          <a:p>
            <a:pPr marL="374650">
              <a:lnSpc>
                <a:spcPct val="100000"/>
              </a:lnSpc>
              <a:spcBef>
                <a:spcPts val="1080"/>
              </a:spcBef>
            </a:pPr>
            <a:r>
              <a:rPr dirty="0" sz="1800">
                <a:latin typeface="Trebuchet MS"/>
                <a:cs typeface="Trebuchet MS"/>
              </a:rPr>
              <a:t>z</a:t>
            </a:r>
            <a:r>
              <a:rPr dirty="0" sz="1800" spc="-1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=</a:t>
            </a:r>
            <a:r>
              <a:rPr dirty="0" sz="1800" spc="-10">
                <a:latin typeface="Trebuchet MS"/>
                <a:cs typeface="Trebuchet MS"/>
              </a:rPr>
              <a:t> </a:t>
            </a:r>
            <a:r>
              <a:rPr dirty="0" sz="1800" spc="-25">
                <a:latin typeface="Trebuchet MS"/>
                <a:cs typeface="Trebuchet MS"/>
              </a:rPr>
              <a:t>108</a:t>
            </a:r>
            <a:endParaRPr sz="1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84299" rIns="0" bIns="0" rtlCol="0" vert="horz">
            <a:spAutoFit/>
          </a:bodyPr>
          <a:lstStyle/>
          <a:p>
            <a:pPr marL="51435">
              <a:lnSpc>
                <a:spcPct val="100000"/>
              </a:lnSpc>
              <a:spcBef>
                <a:spcPts val="100"/>
              </a:spcBef>
            </a:pPr>
            <a:r>
              <a:rPr dirty="0" sz="2800" spc="-20">
                <a:latin typeface="Trebuchet MS"/>
                <a:cs typeface="Trebuchet MS"/>
              </a:rPr>
              <a:t>Type</a:t>
            </a:r>
            <a:r>
              <a:rPr dirty="0" sz="2800" spc="-165">
                <a:latin typeface="Trebuchet MS"/>
                <a:cs typeface="Trebuchet MS"/>
              </a:rPr>
              <a:t> </a:t>
            </a:r>
            <a:r>
              <a:rPr dirty="0" sz="2800" spc="-10">
                <a:latin typeface="Trebuchet MS"/>
                <a:cs typeface="Trebuchet MS"/>
              </a:rPr>
              <a:t>conversion</a:t>
            </a:r>
            <a:endParaRPr sz="2800">
              <a:latin typeface="Trebuchet MS"/>
              <a:cs typeface="Trebuchet MS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714517" y="1819820"/>
            <a:ext cx="10735310" cy="2082800"/>
          </a:xfrm>
          <a:prstGeom prst="rect">
            <a:avLst/>
          </a:prstGeom>
        </p:spPr>
        <p:txBody>
          <a:bodyPr wrap="square" lIns="0" tIns="149860" rIns="0" bIns="0" rtlCol="0" vert="horz">
            <a:spAutoFit/>
          </a:bodyPr>
          <a:lstStyle/>
          <a:p>
            <a:pPr marL="263525" indent="-250825">
              <a:lnSpc>
                <a:spcPct val="100000"/>
              </a:lnSpc>
              <a:spcBef>
                <a:spcPts val="1180"/>
              </a:spcBef>
              <a:buFont typeface="Arial MT"/>
              <a:buChar char="•"/>
              <a:tabLst>
                <a:tab pos="263525" algn="l"/>
              </a:tabLst>
            </a:pPr>
            <a:r>
              <a:rPr dirty="0" sz="1800">
                <a:latin typeface="Trebuchet MS"/>
                <a:cs typeface="Trebuchet MS"/>
              </a:rPr>
              <a:t>It</a:t>
            </a:r>
            <a:r>
              <a:rPr dirty="0" sz="1800" spc="-3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is</a:t>
            </a:r>
            <a:r>
              <a:rPr dirty="0" sz="1800" spc="-3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also</a:t>
            </a:r>
            <a:r>
              <a:rPr dirty="0" sz="1800" spc="-3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known</a:t>
            </a:r>
            <a:r>
              <a:rPr dirty="0" sz="1800" spc="-3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as</a:t>
            </a:r>
            <a:r>
              <a:rPr dirty="0" sz="1800" spc="-3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explicit</a:t>
            </a:r>
            <a:r>
              <a:rPr dirty="0" sz="1800" spc="-3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type</a:t>
            </a:r>
            <a:r>
              <a:rPr dirty="0" sz="1800" spc="-30">
                <a:latin typeface="Trebuchet MS"/>
                <a:cs typeface="Trebuchet MS"/>
              </a:rPr>
              <a:t> </a:t>
            </a:r>
            <a:r>
              <a:rPr dirty="0" sz="1800" spc="-10">
                <a:latin typeface="Trebuchet MS"/>
                <a:cs typeface="Trebuchet MS"/>
              </a:rPr>
              <a:t>conversion.</a:t>
            </a:r>
            <a:endParaRPr sz="1800">
              <a:latin typeface="Trebuchet MS"/>
              <a:cs typeface="Trebuchet MS"/>
            </a:endParaRPr>
          </a:p>
          <a:p>
            <a:pPr marL="263525" indent="-250825">
              <a:lnSpc>
                <a:spcPct val="100000"/>
              </a:lnSpc>
              <a:spcBef>
                <a:spcPts val="1080"/>
              </a:spcBef>
              <a:buFont typeface="Arial MT"/>
              <a:buChar char="•"/>
              <a:tabLst>
                <a:tab pos="263525" algn="l"/>
              </a:tabLst>
            </a:pPr>
            <a:r>
              <a:rPr dirty="0" sz="1800">
                <a:latin typeface="Trebuchet MS"/>
                <a:cs typeface="Trebuchet MS"/>
              </a:rPr>
              <a:t>Explicit</a:t>
            </a:r>
            <a:r>
              <a:rPr dirty="0" sz="1800" spc="-4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type</a:t>
            </a:r>
            <a:r>
              <a:rPr dirty="0" sz="1800" spc="-40">
                <a:latin typeface="Trebuchet MS"/>
                <a:cs typeface="Trebuchet MS"/>
              </a:rPr>
              <a:t> </a:t>
            </a:r>
            <a:r>
              <a:rPr dirty="0" sz="1800" spc="-10">
                <a:latin typeface="Trebuchet MS"/>
                <a:cs typeface="Trebuchet MS"/>
              </a:rPr>
              <a:t>conversions</a:t>
            </a:r>
            <a:r>
              <a:rPr dirty="0" sz="1800" spc="-4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can</a:t>
            </a:r>
            <a:r>
              <a:rPr dirty="0" sz="1800" spc="-4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be</a:t>
            </a:r>
            <a:r>
              <a:rPr dirty="0" sz="1800" spc="-4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forced</a:t>
            </a:r>
            <a:r>
              <a:rPr dirty="0" sz="1800" spc="-4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in</a:t>
            </a:r>
            <a:r>
              <a:rPr dirty="0" sz="1800" spc="-4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any</a:t>
            </a:r>
            <a:r>
              <a:rPr dirty="0" sz="1800" spc="-4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expression</a:t>
            </a:r>
            <a:r>
              <a:rPr dirty="0" sz="1800" spc="-4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to</a:t>
            </a:r>
            <a:r>
              <a:rPr dirty="0" sz="1800" spc="-4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change</a:t>
            </a:r>
            <a:r>
              <a:rPr dirty="0" sz="1800" spc="-4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the</a:t>
            </a:r>
            <a:r>
              <a:rPr dirty="0" sz="1800" spc="-4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type</a:t>
            </a:r>
            <a:r>
              <a:rPr dirty="0" sz="1800" spc="-4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by</a:t>
            </a:r>
            <a:r>
              <a:rPr dirty="0" sz="1800" spc="-40">
                <a:latin typeface="Trebuchet MS"/>
                <a:cs typeface="Trebuchet MS"/>
              </a:rPr>
              <a:t> </a:t>
            </a:r>
            <a:r>
              <a:rPr dirty="0" sz="1800" spc="-10">
                <a:latin typeface="Trebuchet MS"/>
                <a:cs typeface="Trebuchet MS"/>
              </a:rPr>
              <a:t>programmer.</a:t>
            </a:r>
            <a:endParaRPr sz="1800">
              <a:latin typeface="Trebuchet MS"/>
              <a:cs typeface="Trebuchet MS"/>
            </a:endParaRPr>
          </a:p>
          <a:p>
            <a:pPr marL="264160" marR="5080" indent="-252095">
              <a:lnSpc>
                <a:spcPct val="150000"/>
              </a:lnSpc>
              <a:buFont typeface="Arial MT"/>
              <a:buChar char="•"/>
              <a:tabLst>
                <a:tab pos="264160" algn="l"/>
              </a:tabLst>
            </a:pPr>
            <a:r>
              <a:rPr dirty="0" sz="1800">
                <a:latin typeface="Trebuchet MS"/>
                <a:cs typeface="Trebuchet MS"/>
              </a:rPr>
              <a:t>This</a:t>
            </a:r>
            <a:r>
              <a:rPr dirty="0" sz="1800" spc="-4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process</a:t>
            </a:r>
            <a:r>
              <a:rPr dirty="0" sz="1800" spc="-4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is</a:t>
            </a:r>
            <a:r>
              <a:rPr dirty="0" sz="1800" spc="-3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also</a:t>
            </a:r>
            <a:r>
              <a:rPr dirty="0" sz="1800" spc="-4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called</a:t>
            </a:r>
            <a:r>
              <a:rPr dirty="0" sz="1800" spc="-4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type</a:t>
            </a:r>
            <a:r>
              <a:rPr dirty="0" sz="1800" spc="-3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casting</a:t>
            </a:r>
            <a:r>
              <a:rPr dirty="0" sz="1800" spc="-4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and</a:t>
            </a:r>
            <a:r>
              <a:rPr dirty="0" sz="1800" spc="-3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it</a:t>
            </a:r>
            <a:r>
              <a:rPr dirty="0" sz="1800" spc="-4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is</a:t>
            </a:r>
            <a:r>
              <a:rPr dirty="0" sz="1800" spc="-40">
                <a:latin typeface="Trebuchet MS"/>
                <a:cs typeface="Trebuchet MS"/>
              </a:rPr>
              <a:t> </a:t>
            </a:r>
            <a:r>
              <a:rPr dirty="0" sz="1800" spc="-20">
                <a:latin typeface="Trebuchet MS"/>
                <a:cs typeface="Trebuchet MS"/>
              </a:rPr>
              <a:t>user-</a:t>
            </a:r>
            <a:r>
              <a:rPr dirty="0" sz="1800">
                <a:latin typeface="Trebuchet MS"/>
                <a:cs typeface="Trebuchet MS"/>
              </a:rPr>
              <a:t>defined.</a:t>
            </a:r>
            <a:r>
              <a:rPr dirty="0" sz="1800" spc="-3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Here</a:t>
            </a:r>
            <a:r>
              <a:rPr dirty="0" sz="1800" spc="-4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the</a:t>
            </a:r>
            <a:r>
              <a:rPr dirty="0" sz="1800" spc="-4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user</a:t>
            </a:r>
            <a:r>
              <a:rPr dirty="0" sz="1800" spc="-3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can</a:t>
            </a:r>
            <a:r>
              <a:rPr dirty="0" sz="1800" spc="-4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typecast</a:t>
            </a:r>
            <a:r>
              <a:rPr dirty="0" sz="1800" spc="-3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the</a:t>
            </a:r>
            <a:r>
              <a:rPr dirty="0" sz="1800" spc="-4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result</a:t>
            </a:r>
            <a:r>
              <a:rPr dirty="0" sz="1800" spc="-40">
                <a:latin typeface="Trebuchet MS"/>
                <a:cs typeface="Trebuchet MS"/>
              </a:rPr>
              <a:t> </a:t>
            </a:r>
            <a:r>
              <a:rPr dirty="0" sz="1800" spc="-25">
                <a:latin typeface="Trebuchet MS"/>
                <a:cs typeface="Trebuchet MS"/>
              </a:rPr>
              <a:t>to </a:t>
            </a:r>
            <a:r>
              <a:rPr dirty="0" sz="1800">
                <a:latin typeface="Trebuchet MS"/>
                <a:cs typeface="Trebuchet MS"/>
              </a:rPr>
              <a:t>make</a:t>
            </a:r>
            <a:r>
              <a:rPr dirty="0" sz="1800" spc="-3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it</a:t>
            </a:r>
            <a:r>
              <a:rPr dirty="0" sz="1800" spc="-3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of</a:t>
            </a:r>
            <a:r>
              <a:rPr dirty="0" sz="1800" spc="-3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a</a:t>
            </a:r>
            <a:r>
              <a:rPr dirty="0" sz="1800" spc="-3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particular</a:t>
            </a:r>
            <a:r>
              <a:rPr dirty="0" sz="1800" spc="-3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data</a:t>
            </a:r>
            <a:r>
              <a:rPr dirty="0" sz="1800" spc="-30">
                <a:latin typeface="Trebuchet MS"/>
                <a:cs typeface="Trebuchet MS"/>
              </a:rPr>
              <a:t> </a:t>
            </a:r>
            <a:r>
              <a:rPr dirty="0" sz="1800" spc="-10">
                <a:latin typeface="Trebuchet MS"/>
                <a:cs typeface="Trebuchet MS"/>
              </a:rPr>
              <a:t>type.</a:t>
            </a:r>
            <a:endParaRPr sz="1800">
              <a:latin typeface="Trebuchet MS"/>
              <a:cs typeface="Trebuchet MS"/>
            </a:endParaRPr>
          </a:p>
          <a:p>
            <a:pPr marL="263525" indent="-250825">
              <a:lnSpc>
                <a:spcPct val="100000"/>
              </a:lnSpc>
              <a:spcBef>
                <a:spcPts val="1080"/>
              </a:spcBef>
              <a:buFont typeface="Arial MT"/>
              <a:buChar char="•"/>
              <a:tabLst>
                <a:tab pos="263525" algn="l"/>
              </a:tabLst>
            </a:pPr>
            <a:r>
              <a:rPr dirty="0" sz="1800">
                <a:latin typeface="Trebuchet MS"/>
                <a:cs typeface="Trebuchet MS"/>
              </a:rPr>
              <a:t>In</a:t>
            </a:r>
            <a:r>
              <a:rPr dirty="0" sz="1800" spc="-3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C++,</a:t>
            </a:r>
            <a:r>
              <a:rPr dirty="0" sz="1800" spc="-3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it</a:t>
            </a:r>
            <a:r>
              <a:rPr dirty="0" sz="1800" spc="-3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can</a:t>
            </a:r>
            <a:r>
              <a:rPr dirty="0" sz="1800" spc="-3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be</a:t>
            </a:r>
            <a:r>
              <a:rPr dirty="0" sz="1800" spc="-3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done</a:t>
            </a:r>
            <a:r>
              <a:rPr dirty="0" sz="1800" spc="-3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by</a:t>
            </a:r>
            <a:r>
              <a:rPr dirty="0" sz="1800" spc="-3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two</a:t>
            </a:r>
            <a:r>
              <a:rPr dirty="0" sz="1800" spc="-30">
                <a:latin typeface="Trebuchet MS"/>
                <a:cs typeface="Trebuchet MS"/>
              </a:rPr>
              <a:t> </a:t>
            </a:r>
            <a:r>
              <a:rPr dirty="0" sz="1800" spc="-10">
                <a:latin typeface="Trebuchet MS"/>
                <a:cs typeface="Trebuchet MS"/>
              </a:rPr>
              <a:t>ways: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680249" y="3877220"/>
            <a:ext cx="3002280" cy="848360"/>
          </a:xfrm>
          <a:prstGeom prst="rect">
            <a:avLst/>
          </a:prstGeom>
        </p:spPr>
        <p:txBody>
          <a:bodyPr wrap="square" lIns="0" tIns="1498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80"/>
              </a:spcBef>
            </a:pPr>
            <a:r>
              <a:rPr dirty="0" sz="1800" spc="-10" b="1">
                <a:latin typeface="Trebuchet MS"/>
                <a:cs typeface="Trebuchet MS"/>
              </a:rPr>
              <a:t>Syntax:</a:t>
            </a:r>
            <a:endParaRPr sz="1800">
              <a:latin typeface="Trebuchet MS"/>
              <a:cs typeface="Trebuchet MS"/>
            </a:endParaRPr>
          </a:p>
          <a:p>
            <a:pPr marL="374650">
              <a:lnSpc>
                <a:spcPct val="100000"/>
              </a:lnSpc>
              <a:spcBef>
                <a:spcPts val="1080"/>
              </a:spcBef>
            </a:pPr>
            <a:r>
              <a:rPr dirty="0" sz="1800" spc="-20" b="1">
                <a:solidFill>
                  <a:srgbClr val="0070C0"/>
                </a:solidFill>
                <a:latin typeface="Trebuchet MS"/>
                <a:cs typeface="Trebuchet MS"/>
              </a:rPr>
              <a:t>(type-</a:t>
            </a:r>
            <a:r>
              <a:rPr dirty="0" sz="1800" b="1">
                <a:solidFill>
                  <a:srgbClr val="0070C0"/>
                </a:solidFill>
                <a:latin typeface="Trebuchet MS"/>
                <a:cs typeface="Trebuchet MS"/>
              </a:rPr>
              <a:t>name)</a:t>
            </a:r>
            <a:r>
              <a:rPr dirty="0" sz="1800" spc="-40" b="1">
                <a:solidFill>
                  <a:srgbClr val="0070C0"/>
                </a:solidFill>
                <a:latin typeface="Trebuchet MS"/>
                <a:cs typeface="Trebuchet MS"/>
              </a:rPr>
              <a:t> </a:t>
            </a:r>
            <a:r>
              <a:rPr dirty="0" sz="1800" spc="-10" b="1">
                <a:solidFill>
                  <a:srgbClr val="0070C0"/>
                </a:solidFill>
                <a:latin typeface="Trebuchet MS"/>
                <a:cs typeface="Trebuchet MS"/>
              </a:rPr>
              <a:t>expression;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3880649" y="4425861"/>
            <a:ext cx="309626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69265" algn="l"/>
              </a:tabLst>
            </a:pPr>
            <a:r>
              <a:rPr dirty="0" sz="1800" spc="-25" b="1">
                <a:solidFill>
                  <a:srgbClr val="0070C0"/>
                </a:solidFill>
                <a:latin typeface="Trebuchet MS"/>
                <a:cs typeface="Trebuchet MS"/>
              </a:rPr>
              <a:t>OR</a:t>
            </a:r>
            <a:r>
              <a:rPr dirty="0" sz="1800" b="1">
                <a:solidFill>
                  <a:srgbClr val="0070C0"/>
                </a:solidFill>
                <a:latin typeface="Trebuchet MS"/>
                <a:cs typeface="Trebuchet MS"/>
              </a:rPr>
              <a:t>	</a:t>
            </a:r>
            <a:r>
              <a:rPr dirty="0" sz="1800" spc="-20" b="1">
                <a:solidFill>
                  <a:srgbClr val="0070C0"/>
                </a:solidFill>
                <a:latin typeface="Trebuchet MS"/>
                <a:cs typeface="Trebuchet MS"/>
              </a:rPr>
              <a:t>type-</a:t>
            </a:r>
            <a:r>
              <a:rPr dirty="0" sz="1800" b="1">
                <a:solidFill>
                  <a:srgbClr val="0070C0"/>
                </a:solidFill>
                <a:latin typeface="Trebuchet MS"/>
                <a:cs typeface="Trebuchet MS"/>
              </a:rPr>
              <a:t>name</a:t>
            </a:r>
            <a:r>
              <a:rPr dirty="0" sz="1800" spc="-40" b="1">
                <a:solidFill>
                  <a:srgbClr val="0070C0"/>
                </a:solidFill>
                <a:latin typeface="Trebuchet MS"/>
                <a:cs typeface="Trebuchet MS"/>
              </a:rPr>
              <a:t> </a:t>
            </a:r>
            <a:r>
              <a:rPr dirty="0" sz="1800" spc="-10" b="1">
                <a:solidFill>
                  <a:srgbClr val="0070C0"/>
                </a:solidFill>
                <a:latin typeface="Trebuchet MS"/>
                <a:cs typeface="Trebuchet MS"/>
              </a:rPr>
              <a:t>(expression);</a:t>
            </a:r>
            <a:endParaRPr sz="1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84299" rIns="0" bIns="0" rtlCol="0" vert="horz">
            <a:spAutoFit/>
          </a:bodyPr>
          <a:lstStyle/>
          <a:p>
            <a:pPr marL="51435">
              <a:lnSpc>
                <a:spcPct val="100000"/>
              </a:lnSpc>
              <a:spcBef>
                <a:spcPts val="100"/>
              </a:spcBef>
            </a:pPr>
            <a:r>
              <a:rPr dirty="0" sz="2800" spc="-20">
                <a:latin typeface="Trebuchet MS"/>
                <a:cs typeface="Trebuchet MS"/>
              </a:rPr>
              <a:t>Type</a:t>
            </a:r>
            <a:r>
              <a:rPr dirty="0" sz="2800" spc="-165">
                <a:latin typeface="Trebuchet MS"/>
                <a:cs typeface="Trebuchet MS"/>
              </a:rPr>
              <a:t> </a:t>
            </a:r>
            <a:r>
              <a:rPr dirty="0" sz="2800" spc="-10">
                <a:latin typeface="Trebuchet MS"/>
                <a:cs typeface="Trebuchet MS"/>
              </a:rPr>
              <a:t>conversion</a:t>
            </a:r>
            <a:endParaRPr sz="2800">
              <a:latin typeface="Trebuchet MS"/>
              <a:cs typeface="Trebuchet MS"/>
            </a:endParaRPr>
          </a:p>
        </p:txBody>
      </p:sp>
      <p:sp>
        <p:nvSpPr>
          <p:cNvPr id="3" name="object 3" descr=""/>
          <p:cNvSpPr txBox="1">
            <a:spLocks noGrp="1"/>
          </p:cNvSpPr>
          <p:nvPr>
            <p:ph idx="2" sz="half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Example</a:t>
            </a:r>
            <a:r>
              <a:rPr dirty="0" spc="-35"/>
              <a:t> </a:t>
            </a:r>
            <a:r>
              <a:rPr dirty="0" spc="-50"/>
              <a:t>1</a:t>
            </a:r>
          </a:p>
          <a:p>
            <a:pPr>
              <a:lnSpc>
                <a:spcPct val="100000"/>
              </a:lnSpc>
            </a:pPr>
          </a:p>
          <a:p>
            <a:pPr>
              <a:lnSpc>
                <a:spcPct val="100000"/>
              </a:lnSpc>
              <a:spcBef>
                <a:spcPts val="120"/>
              </a:spcBef>
            </a:pPr>
          </a:p>
          <a:p>
            <a:pPr marL="12700" marR="802005">
              <a:lnSpc>
                <a:spcPct val="100000"/>
              </a:lnSpc>
              <a:spcBef>
                <a:spcPts val="5"/>
              </a:spcBef>
            </a:pPr>
            <a:r>
              <a:rPr dirty="0">
                <a:solidFill>
                  <a:srgbClr val="000000"/>
                </a:solidFill>
              </a:rPr>
              <a:t>#include</a:t>
            </a:r>
            <a:r>
              <a:rPr dirty="0" spc="-105">
                <a:solidFill>
                  <a:srgbClr val="000000"/>
                </a:solidFill>
              </a:rPr>
              <a:t> </a:t>
            </a:r>
            <a:r>
              <a:rPr dirty="0" spc="-10">
                <a:solidFill>
                  <a:srgbClr val="000000"/>
                </a:solidFill>
              </a:rPr>
              <a:t>&lt;iostream&gt; </a:t>
            </a:r>
            <a:r>
              <a:rPr dirty="0">
                <a:solidFill>
                  <a:srgbClr val="000000"/>
                </a:solidFill>
              </a:rPr>
              <a:t>using</a:t>
            </a:r>
            <a:r>
              <a:rPr dirty="0" spc="-5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namespace</a:t>
            </a:r>
            <a:r>
              <a:rPr dirty="0" spc="-55">
                <a:solidFill>
                  <a:srgbClr val="000000"/>
                </a:solidFill>
              </a:rPr>
              <a:t> </a:t>
            </a:r>
            <a:r>
              <a:rPr dirty="0" spc="-20">
                <a:solidFill>
                  <a:srgbClr val="000000"/>
                </a:solidFill>
              </a:rPr>
              <a:t>std;</a:t>
            </a:r>
          </a:p>
          <a:p>
            <a:pPr>
              <a:lnSpc>
                <a:spcPct val="100000"/>
              </a:lnSpc>
              <a:spcBef>
                <a:spcPts val="60"/>
              </a:spcBef>
            </a:pPr>
          </a:p>
          <a:p>
            <a:pPr marL="12700">
              <a:lnSpc>
                <a:spcPct val="100000"/>
              </a:lnSpc>
            </a:pPr>
            <a:r>
              <a:rPr dirty="0">
                <a:solidFill>
                  <a:srgbClr val="000000"/>
                </a:solidFill>
              </a:rPr>
              <a:t>int</a:t>
            </a:r>
            <a:r>
              <a:rPr dirty="0" spc="-35">
                <a:solidFill>
                  <a:srgbClr val="000000"/>
                </a:solidFill>
              </a:rPr>
              <a:t> </a:t>
            </a:r>
            <a:r>
              <a:rPr dirty="0" spc="-10">
                <a:solidFill>
                  <a:srgbClr val="000000"/>
                </a:solidFill>
              </a:rPr>
              <a:t>main()</a:t>
            </a:r>
          </a:p>
          <a:p>
            <a:pPr marL="12700">
              <a:lnSpc>
                <a:spcPct val="100000"/>
              </a:lnSpc>
            </a:pPr>
            <a:r>
              <a:rPr dirty="0" spc="-50">
                <a:solidFill>
                  <a:srgbClr val="000000"/>
                </a:solidFill>
              </a:rPr>
              <a:t>{</a:t>
            </a:r>
          </a:p>
          <a:p>
            <a:pPr marL="12700">
              <a:lnSpc>
                <a:spcPct val="100000"/>
              </a:lnSpc>
            </a:pPr>
            <a:r>
              <a:rPr dirty="0">
                <a:solidFill>
                  <a:srgbClr val="000000"/>
                </a:solidFill>
              </a:rPr>
              <a:t>short</a:t>
            </a:r>
            <a:r>
              <a:rPr dirty="0" spc="-65">
                <a:solidFill>
                  <a:srgbClr val="000000"/>
                </a:solidFill>
              </a:rPr>
              <a:t> </a:t>
            </a:r>
            <a:r>
              <a:rPr dirty="0" spc="-25">
                <a:solidFill>
                  <a:srgbClr val="000000"/>
                </a:solidFill>
              </a:rPr>
              <a:t>a;</a:t>
            </a:r>
          </a:p>
          <a:p>
            <a:pPr marL="12700" marR="941705">
              <a:lnSpc>
                <a:spcPct val="100000"/>
              </a:lnSpc>
            </a:pPr>
            <a:r>
              <a:rPr dirty="0">
                <a:solidFill>
                  <a:srgbClr val="000000"/>
                </a:solidFill>
              </a:rPr>
              <a:t>float</a:t>
            </a:r>
            <a:r>
              <a:rPr dirty="0" spc="-60">
                <a:solidFill>
                  <a:srgbClr val="000000"/>
                </a:solidFill>
              </a:rPr>
              <a:t> </a:t>
            </a:r>
            <a:r>
              <a:rPr dirty="0" spc="-10">
                <a:solidFill>
                  <a:srgbClr val="000000"/>
                </a:solidFill>
              </a:rPr>
              <a:t>c=4264.56789; a=(short)c;</a:t>
            </a:r>
          </a:p>
          <a:p>
            <a:pPr marL="12700">
              <a:lnSpc>
                <a:spcPct val="100000"/>
              </a:lnSpc>
            </a:pPr>
            <a:r>
              <a:rPr dirty="0">
                <a:solidFill>
                  <a:srgbClr val="000000"/>
                </a:solidFill>
              </a:rPr>
              <a:t>cout&lt;&lt;a;</a:t>
            </a:r>
            <a:r>
              <a:rPr dirty="0" spc="425">
                <a:solidFill>
                  <a:srgbClr val="000000"/>
                </a:solidFill>
              </a:rPr>
              <a:t> </a:t>
            </a:r>
            <a:r>
              <a:rPr dirty="0"/>
              <a:t>//</a:t>
            </a:r>
            <a:r>
              <a:rPr dirty="0" spc="-20"/>
              <a:t> </a:t>
            </a:r>
            <a:r>
              <a:rPr dirty="0"/>
              <a:t>value</a:t>
            </a:r>
            <a:r>
              <a:rPr dirty="0" spc="-20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a</a:t>
            </a:r>
            <a:r>
              <a:rPr dirty="0" spc="-20"/>
              <a:t> </a:t>
            </a:r>
            <a:r>
              <a:rPr dirty="0"/>
              <a:t>=</a:t>
            </a:r>
            <a:r>
              <a:rPr dirty="0" spc="-20"/>
              <a:t> 4264</a:t>
            </a:r>
          </a:p>
          <a:p>
            <a:pPr>
              <a:lnSpc>
                <a:spcPct val="100000"/>
              </a:lnSpc>
              <a:spcBef>
                <a:spcPts val="60"/>
              </a:spcBef>
            </a:pPr>
          </a:p>
          <a:p>
            <a:pPr marL="12700">
              <a:lnSpc>
                <a:spcPct val="100000"/>
              </a:lnSpc>
            </a:pPr>
            <a:r>
              <a:rPr dirty="0" spc="-50">
                <a:solidFill>
                  <a:srgbClr val="000000"/>
                </a:solidFill>
              </a:rPr>
              <a:t>}</a:t>
            </a:r>
          </a:p>
        </p:txBody>
      </p:sp>
      <p:sp>
        <p:nvSpPr>
          <p:cNvPr id="4" name="object 4" descr=""/>
          <p:cNvSpPr txBox="1"/>
          <p:nvPr/>
        </p:nvSpPr>
        <p:spPr>
          <a:xfrm>
            <a:off x="7085800" y="1966372"/>
            <a:ext cx="96266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>
                <a:solidFill>
                  <a:srgbClr val="0070C0"/>
                </a:solidFill>
                <a:latin typeface="Trebuchet MS"/>
                <a:cs typeface="Trebuchet MS"/>
              </a:rPr>
              <a:t>Example</a:t>
            </a:r>
            <a:r>
              <a:rPr dirty="0" sz="1600" spc="-35">
                <a:solidFill>
                  <a:srgbClr val="0070C0"/>
                </a:solidFill>
                <a:latin typeface="Trebuchet MS"/>
                <a:cs typeface="Trebuchet MS"/>
              </a:rPr>
              <a:t> </a:t>
            </a:r>
            <a:r>
              <a:rPr dirty="0" sz="1600" spc="-50">
                <a:solidFill>
                  <a:srgbClr val="0070C0"/>
                </a:solidFill>
                <a:latin typeface="Trebuchet MS"/>
                <a:cs typeface="Trebuchet MS"/>
              </a:rPr>
              <a:t>2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6573825" y="2450922"/>
            <a:ext cx="3063240" cy="22199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1096010">
              <a:lnSpc>
                <a:spcPct val="100000"/>
              </a:lnSpc>
              <a:spcBef>
                <a:spcPts val="100"/>
              </a:spcBef>
            </a:pPr>
            <a:r>
              <a:rPr dirty="0" sz="1600">
                <a:latin typeface="Trebuchet MS"/>
                <a:cs typeface="Trebuchet MS"/>
              </a:rPr>
              <a:t>#include</a:t>
            </a:r>
            <a:r>
              <a:rPr dirty="0" sz="1600" spc="-105">
                <a:latin typeface="Trebuchet MS"/>
                <a:cs typeface="Trebuchet MS"/>
              </a:rPr>
              <a:t> </a:t>
            </a:r>
            <a:r>
              <a:rPr dirty="0" sz="1600" spc="-10">
                <a:latin typeface="Trebuchet MS"/>
                <a:cs typeface="Trebuchet MS"/>
              </a:rPr>
              <a:t>&lt;iostream&gt; </a:t>
            </a:r>
            <a:r>
              <a:rPr dirty="0" sz="1600">
                <a:latin typeface="Trebuchet MS"/>
                <a:cs typeface="Trebuchet MS"/>
              </a:rPr>
              <a:t>using</a:t>
            </a:r>
            <a:r>
              <a:rPr dirty="0" sz="1600" spc="-55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namespace</a:t>
            </a:r>
            <a:r>
              <a:rPr dirty="0" sz="1600" spc="-55">
                <a:latin typeface="Trebuchet MS"/>
                <a:cs typeface="Trebuchet MS"/>
              </a:rPr>
              <a:t> </a:t>
            </a:r>
            <a:r>
              <a:rPr dirty="0" sz="1600" spc="-20">
                <a:latin typeface="Trebuchet MS"/>
                <a:cs typeface="Trebuchet MS"/>
              </a:rPr>
              <a:t>std;</a:t>
            </a:r>
            <a:endParaRPr sz="16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60"/>
              </a:spcBef>
            </a:pPr>
            <a:endParaRPr sz="16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dirty="0" sz="1600">
                <a:latin typeface="Trebuchet MS"/>
                <a:cs typeface="Trebuchet MS"/>
              </a:rPr>
              <a:t>int</a:t>
            </a:r>
            <a:r>
              <a:rPr dirty="0" sz="1600" spc="-35">
                <a:latin typeface="Trebuchet MS"/>
                <a:cs typeface="Trebuchet MS"/>
              </a:rPr>
              <a:t> </a:t>
            </a:r>
            <a:r>
              <a:rPr dirty="0" sz="1600" spc="-10">
                <a:latin typeface="Trebuchet MS"/>
                <a:cs typeface="Trebuchet MS"/>
              </a:rPr>
              <a:t>main()</a:t>
            </a:r>
            <a:endParaRPr sz="16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dirty="0" sz="1600" spc="-50">
                <a:latin typeface="Trebuchet MS"/>
                <a:cs typeface="Trebuchet MS"/>
              </a:rPr>
              <a:t>{</a:t>
            </a:r>
            <a:endParaRPr sz="1600">
              <a:latin typeface="Trebuchet MS"/>
              <a:cs typeface="Trebuchet MS"/>
            </a:endParaRPr>
          </a:p>
          <a:p>
            <a:pPr marL="12700" marR="1487805">
              <a:lnSpc>
                <a:spcPct val="100000"/>
              </a:lnSpc>
            </a:pPr>
            <a:r>
              <a:rPr dirty="0" sz="1600">
                <a:latin typeface="Trebuchet MS"/>
                <a:cs typeface="Trebuchet MS"/>
              </a:rPr>
              <a:t>int</a:t>
            </a:r>
            <a:r>
              <a:rPr dirty="0" sz="1600" spc="-40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a=5,b=2,</a:t>
            </a:r>
            <a:r>
              <a:rPr dirty="0" sz="1600" spc="-35">
                <a:latin typeface="Trebuchet MS"/>
                <a:cs typeface="Trebuchet MS"/>
              </a:rPr>
              <a:t> </a:t>
            </a:r>
            <a:r>
              <a:rPr dirty="0" sz="1600" spc="-20">
                <a:latin typeface="Trebuchet MS"/>
                <a:cs typeface="Trebuchet MS"/>
              </a:rPr>
              <a:t>c=6; </a:t>
            </a:r>
            <a:r>
              <a:rPr dirty="0" sz="1600">
                <a:latin typeface="Trebuchet MS"/>
                <a:cs typeface="Trebuchet MS"/>
              </a:rPr>
              <a:t>float</a:t>
            </a:r>
            <a:r>
              <a:rPr dirty="0" sz="1600" spc="-60">
                <a:latin typeface="Trebuchet MS"/>
                <a:cs typeface="Trebuchet MS"/>
              </a:rPr>
              <a:t> </a:t>
            </a:r>
            <a:r>
              <a:rPr dirty="0" sz="1600" spc="-25">
                <a:latin typeface="Trebuchet MS"/>
                <a:cs typeface="Trebuchet MS"/>
              </a:rPr>
              <a:t>d;</a:t>
            </a:r>
            <a:endParaRPr sz="16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dirty="0" sz="1600">
                <a:latin typeface="Trebuchet MS"/>
                <a:cs typeface="Trebuchet MS"/>
              </a:rPr>
              <a:t>d=</a:t>
            </a:r>
            <a:r>
              <a:rPr dirty="0" sz="1600" spc="-30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float</a:t>
            </a:r>
            <a:r>
              <a:rPr dirty="0" sz="1600" spc="-25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(a+b+c)</a:t>
            </a:r>
            <a:r>
              <a:rPr dirty="0" sz="1600" spc="-30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/</a:t>
            </a:r>
            <a:r>
              <a:rPr dirty="0" sz="1600" spc="-25">
                <a:latin typeface="Trebuchet MS"/>
                <a:cs typeface="Trebuchet MS"/>
              </a:rPr>
              <a:t> 3;</a:t>
            </a:r>
            <a:endParaRPr sz="16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dirty="0" sz="1600">
                <a:latin typeface="Trebuchet MS"/>
                <a:cs typeface="Trebuchet MS"/>
              </a:rPr>
              <a:t>cout&lt;&lt;d;</a:t>
            </a:r>
            <a:r>
              <a:rPr dirty="0" sz="1600" spc="375">
                <a:latin typeface="Trebuchet MS"/>
                <a:cs typeface="Trebuchet MS"/>
              </a:rPr>
              <a:t> </a:t>
            </a:r>
            <a:r>
              <a:rPr dirty="0" sz="1600">
                <a:solidFill>
                  <a:srgbClr val="0070C0"/>
                </a:solidFill>
                <a:latin typeface="Trebuchet MS"/>
                <a:cs typeface="Trebuchet MS"/>
              </a:rPr>
              <a:t>//</a:t>
            </a:r>
            <a:r>
              <a:rPr dirty="0" sz="1600" spc="-20">
                <a:solidFill>
                  <a:srgbClr val="0070C0"/>
                </a:solidFill>
                <a:latin typeface="Trebuchet MS"/>
                <a:cs typeface="Trebuchet MS"/>
              </a:rPr>
              <a:t> </a:t>
            </a:r>
            <a:r>
              <a:rPr dirty="0" sz="1600">
                <a:solidFill>
                  <a:srgbClr val="0070C0"/>
                </a:solidFill>
                <a:latin typeface="Trebuchet MS"/>
                <a:cs typeface="Trebuchet MS"/>
              </a:rPr>
              <a:t>value</a:t>
            </a:r>
            <a:r>
              <a:rPr dirty="0" sz="1600" spc="-20">
                <a:solidFill>
                  <a:srgbClr val="0070C0"/>
                </a:solidFill>
                <a:latin typeface="Trebuchet MS"/>
                <a:cs typeface="Trebuchet MS"/>
              </a:rPr>
              <a:t> </a:t>
            </a:r>
            <a:r>
              <a:rPr dirty="0" sz="1600">
                <a:solidFill>
                  <a:srgbClr val="0070C0"/>
                </a:solidFill>
                <a:latin typeface="Trebuchet MS"/>
                <a:cs typeface="Trebuchet MS"/>
              </a:rPr>
              <a:t>of</a:t>
            </a:r>
            <a:r>
              <a:rPr dirty="0" sz="1600" spc="-20">
                <a:solidFill>
                  <a:srgbClr val="0070C0"/>
                </a:solidFill>
                <a:latin typeface="Trebuchet MS"/>
                <a:cs typeface="Trebuchet MS"/>
              </a:rPr>
              <a:t> </a:t>
            </a:r>
            <a:r>
              <a:rPr dirty="0" sz="1600">
                <a:solidFill>
                  <a:srgbClr val="0070C0"/>
                </a:solidFill>
                <a:latin typeface="Trebuchet MS"/>
                <a:cs typeface="Trebuchet MS"/>
              </a:rPr>
              <a:t>d</a:t>
            </a:r>
            <a:r>
              <a:rPr dirty="0" sz="1600" spc="-20">
                <a:solidFill>
                  <a:srgbClr val="0070C0"/>
                </a:solidFill>
                <a:latin typeface="Trebuchet MS"/>
                <a:cs typeface="Trebuchet MS"/>
              </a:rPr>
              <a:t> </a:t>
            </a:r>
            <a:r>
              <a:rPr dirty="0" sz="1600">
                <a:solidFill>
                  <a:srgbClr val="0070C0"/>
                </a:solidFill>
                <a:latin typeface="Trebuchet MS"/>
                <a:cs typeface="Trebuchet MS"/>
              </a:rPr>
              <a:t>=</a:t>
            </a:r>
            <a:r>
              <a:rPr dirty="0" sz="1600" spc="-20">
                <a:solidFill>
                  <a:srgbClr val="0070C0"/>
                </a:solidFill>
                <a:latin typeface="Trebuchet MS"/>
                <a:cs typeface="Trebuchet MS"/>
              </a:rPr>
              <a:t> </a:t>
            </a:r>
            <a:r>
              <a:rPr dirty="0" sz="1600" spc="-10">
                <a:solidFill>
                  <a:srgbClr val="0070C0"/>
                </a:solidFill>
                <a:latin typeface="Trebuchet MS"/>
                <a:cs typeface="Trebuchet MS"/>
              </a:rPr>
              <a:t>4.33333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6573825" y="5133161"/>
            <a:ext cx="10033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spc="-50">
                <a:latin typeface="Trebuchet MS"/>
                <a:cs typeface="Trebuchet MS"/>
              </a:rPr>
              <a:t>}</a:t>
            </a:r>
            <a:endParaRPr sz="16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84299" rIns="0" bIns="0" rtlCol="0" vert="horz">
            <a:spAutoFit/>
          </a:bodyPr>
          <a:lstStyle/>
          <a:p>
            <a:pPr marL="51435">
              <a:lnSpc>
                <a:spcPct val="100000"/>
              </a:lnSpc>
              <a:spcBef>
                <a:spcPts val="100"/>
              </a:spcBef>
            </a:pPr>
            <a:r>
              <a:rPr dirty="0" sz="2800">
                <a:latin typeface="Trebuchet MS"/>
                <a:cs typeface="Trebuchet MS"/>
              </a:rPr>
              <a:t>Manipulators</a:t>
            </a:r>
            <a:r>
              <a:rPr dirty="0" sz="2800" spc="-45">
                <a:latin typeface="Trebuchet MS"/>
                <a:cs typeface="Trebuchet MS"/>
              </a:rPr>
              <a:t> </a:t>
            </a:r>
            <a:r>
              <a:rPr dirty="0" sz="2800">
                <a:latin typeface="Trebuchet MS"/>
                <a:cs typeface="Trebuchet MS"/>
              </a:rPr>
              <a:t>in</a:t>
            </a:r>
            <a:r>
              <a:rPr dirty="0" sz="2800" spc="-35">
                <a:latin typeface="Trebuchet MS"/>
                <a:cs typeface="Trebuchet MS"/>
              </a:rPr>
              <a:t> </a:t>
            </a:r>
            <a:r>
              <a:rPr dirty="0" sz="2800" spc="-25">
                <a:latin typeface="Trebuchet MS"/>
                <a:cs typeface="Trebuchet MS"/>
              </a:rPr>
              <a:t>C++</a:t>
            </a:r>
            <a:endParaRPr sz="2800">
              <a:latin typeface="Trebuchet MS"/>
              <a:cs typeface="Trebuchet MS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714517" y="1819820"/>
            <a:ext cx="10925810" cy="2905760"/>
          </a:xfrm>
          <a:prstGeom prst="rect">
            <a:avLst/>
          </a:prstGeom>
        </p:spPr>
        <p:txBody>
          <a:bodyPr wrap="square" lIns="0" tIns="149860" rIns="0" bIns="0" rtlCol="0" vert="horz">
            <a:spAutoFit/>
          </a:bodyPr>
          <a:lstStyle/>
          <a:p>
            <a:pPr marL="263525" indent="-250825">
              <a:lnSpc>
                <a:spcPct val="100000"/>
              </a:lnSpc>
              <a:spcBef>
                <a:spcPts val="1180"/>
              </a:spcBef>
              <a:buFont typeface="Arial MT"/>
              <a:buChar char="•"/>
              <a:tabLst>
                <a:tab pos="263525" algn="l"/>
              </a:tabLst>
            </a:pPr>
            <a:r>
              <a:rPr dirty="0" sz="1800">
                <a:latin typeface="Trebuchet MS"/>
                <a:cs typeface="Trebuchet MS"/>
              </a:rPr>
              <a:t>Manipulators</a:t>
            </a:r>
            <a:r>
              <a:rPr dirty="0" sz="1800" spc="-5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are</a:t>
            </a:r>
            <a:r>
              <a:rPr dirty="0" sz="1800" spc="-5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helping</a:t>
            </a:r>
            <a:r>
              <a:rPr dirty="0" sz="1800" spc="-5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functions</a:t>
            </a:r>
            <a:r>
              <a:rPr dirty="0" sz="1800" spc="-5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that</a:t>
            </a:r>
            <a:r>
              <a:rPr dirty="0" sz="1800" spc="-5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can</a:t>
            </a:r>
            <a:r>
              <a:rPr dirty="0" sz="1800" spc="-5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modify</a:t>
            </a:r>
            <a:r>
              <a:rPr dirty="0" sz="1800" spc="-5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the</a:t>
            </a:r>
            <a:r>
              <a:rPr dirty="0" sz="1800" spc="-50">
                <a:latin typeface="Trebuchet MS"/>
                <a:cs typeface="Trebuchet MS"/>
              </a:rPr>
              <a:t> </a:t>
            </a:r>
            <a:r>
              <a:rPr dirty="0" sz="1800" spc="-10">
                <a:latin typeface="Trebuchet MS"/>
                <a:cs typeface="Trebuchet MS"/>
              </a:rPr>
              <a:t>input/output</a:t>
            </a:r>
            <a:r>
              <a:rPr dirty="0" sz="1800" spc="-50">
                <a:latin typeface="Trebuchet MS"/>
                <a:cs typeface="Trebuchet MS"/>
              </a:rPr>
              <a:t> </a:t>
            </a:r>
            <a:r>
              <a:rPr dirty="0" sz="1800" spc="-10">
                <a:latin typeface="Trebuchet MS"/>
                <a:cs typeface="Trebuchet MS"/>
              </a:rPr>
              <a:t>stream.</a:t>
            </a:r>
            <a:endParaRPr sz="1800">
              <a:latin typeface="Trebuchet MS"/>
              <a:cs typeface="Trebuchet MS"/>
            </a:endParaRPr>
          </a:p>
          <a:p>
            <a:pPr marL="264160" marR="5080" indent="-252095">
              <a:lnSpc>
                <a:spcPct val="150000"/>
              </a:lnSpc>
              <a:buFont typeface="Arial MT"/>
              <a:buChar char="•"/>
              <a:tabLst>
                <a:tab pos="264160" algn="l"/>
              </a:tabLst>
            </a:pPr>
            <a:r>
              <a:rPr dirty="0" sz="1800">
                <a:latin typeface="Trebuchet MS"/>
                <a:cs typeface="Trebuchet MS"/>
              </a:rPr>
              <a:t>It</a:t>
            </a:r>
            <a:r>
              <a:rPr dirty="0" sz="1800" spc="-4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does</a:t>
            </a:r>
            <a:r>
              <a:rPr dirty="0" sz="1800" spc="-4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not</a:t>
            </a:r>
            <a:r>
              <a:rPr dirty="0" sz="1800" spc="-4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mean</a:t>
            </a:r>
            <a:r>
              <a:rPr dirty="0" sz="1800" spc="-4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that</a:t>
            </a:r>
            <a:r>
              <a:rPr dirty="0" sz="1800" spc="-4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we</a:t>
            </a:r>
            <a:r>
              <a:rPr dirty="0" sz="1800" spc="-4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change</a:t>
            </a:r>
            <a:r>
              <a:rPr dirty="0" sz="1800" spc="-4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the</a:t>
            </a:r>
            <a:r>
              <a:rPr dirty="0" sz="1800" spc="-4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value</a:t>
            </a:r>
            <a:r>
              <a:rPr dirty="0" sz="1800" spc="-4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of</a:t>
            </a:r>
            <a:r>
              <a:rPr dirty="0" sz="1800" spc="-4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a</a:t>
            </a:r>
            <a:r>
              <a:rPr dirty="0" sz="1800" spc="-4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variable,</a:t>
            </a:r>
            <a:r>
              <a:rPr dirty="0" sz="1800" spc="-4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it</a:t>
            </a:r>
            <a:r>
              <a:rPr dirty="0" sz="1800" spc="-4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only</a:t>
            </a:r>
            <a:r>
              <a:rPr dirty="0" sz="1800" spc="-4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modifies</a:t>
            </a:r>
            <a:r>
              <a:rPr dirty="0" sz="1800" spc="-4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the</a:t>
            </a:r>
            <a:r>
              <a:rPr dirty="0" sz="1800" spc="-4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I/O</a:t>
            </a:r>
            <a:r>
              <a:rPr dirty="0" sz="1800" spc="-4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stream</a:t>
            </a:r>
            <a:r>
              <a:rPr dirty="0" sz="1800" spc="-4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using</a:t>
            </a:r>
            <a:r>
              <a:rPr dirty="0" sz="1800" spc="-40">
                <a:latin typeface="Trebuchet MS"/>
                <a:cs typeface="Trebuchet MS"/>
              </a:rPr>
              <a:t> </a:t>
            </a:r>
            <a:r>
              <a:rPr dirty="0" sz="1800" spc="-10">
                <a:latin typeface="Trebuchet MS"/>
                <a:cs typeface="Trebuchet MS"/>
              </a:rPr>
              <a:t>insertion </a:t>
            </a:r>
            <a:r>
              <a:rPr dirty="0" sz="1800">
                <a:latin typeface="Trebuchet MS"/>
                <a:cs typeface="Trebuchet MS"/>
              </a:rPr>
              <a:t>(&lt;&lt;)</a:t>
            </a:r>
            <a:r>
              <a:rPr dirty="0" sz="1800" spc="-7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and</a:t>
            </a:r>
            <a:r>
              <a:rPr dirty="0" sz="1800" spc="-7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extraction</a:t>
            </a:r>
            <a:r>
              <a:rPr dirty="0" sz="1800" spc="-7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(&gt;&gt;)</a:t>
            </a:r>
            <a:r>
              <a:rPr dirty="0" sz="1800" spc="-70">
                <a:latin typeface="Trebuchet MS"/>
                <a:cs typeface="Trebuchet MS"/>
              </a:rPr>
              <a:t> </a:t>
            </a:r>
            <a:r>
              <a:rPr dirty="0" sz="1800" spc="-10">
                <a:latin typeface="Trebuchet MS"/>
                <a:cs typeface="Trebuchet MS"/>
              </a:rPr>
              <a:t>operators.</a:t>
            </a:r>
            <a:endParaRPr sz="1800">
              <a:latin typeface="Trebuchet MS"/>
              <a:cs typeface="Trebuchet MS"/>
            </a:endParaRPr>
          </a:p>
          <a:p>
            <a:pPr marL="264160" marR="768350" indent="-252095">
              <a:lnSpc>
                <a:spcPct val="150000"/>
              </a:lnSpc>
              <a:buFont typeface="Arial MT"/>
              <a:buChar char="•"/>
              <a:tabLst>
                <a:tab pos="264160" algn="l"/>
              </a:tabLst>
            </a:pPr>
            <a:r>
              <a:rPr dirty="0" sz="1800">
                <a:latin typeface="Trebuchet MS"/>
                <a:cs typeface="Trebuchet MS"/>
              </a:rPr>
              <a:t>Manipulators</a:t>
            </a:r>
            <a:r>
              <a:rPr dirty="0" sz="1800" spc="-5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are</a:t>
            </a:r>
            <a:r>
              <a:rPr dirty="0" sz="1800" spc="-4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special</a:t>
            </a:r>
            <a:r>
              <a:rPr dirty="0" sz="1800" spc="-4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functions</a:t>
            </a:r>
            <a:r>
              <a:rPr dirty="0" sz="1800" spc="-5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that</a:t>
            </a:r>
            <a:r>
              <a:rPr dirty="0" sz="1800" spc="-4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can</a:t>
            </a:r>
            <a:r>
              <a:rPr dirty="0" sz="1800" spc="-4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be</a:t>
            </a:r>
            <a:r>
              <a:rPr dirty="0" sz="1800" spc="-5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included</a:t>
            </a:r>
            <a:r>
              <a:rPr dirty="0" sz="1800" spc="-4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in</a:t>
            </a:r>
            <a:r>
              <a:rPr dirty="0" sz="1800" spc="-4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the</a:t>
            </a:r>
            <a:r>
              <a:rPr dirty="0" sz="1800" spc="-5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I/O</a:t>
            </a:r>
            <a:r>
              <a:rPr dirty="0" sz="1800" spc="-4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statement</a:t>
            </a:r>
            <a:r>
              <a:rPr dirty="0" sz="1800" spc="-4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to</a:t>
            </a:r>
            <a:r>
              <a:rPr dirty="0" sz="1800" spc="-5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alter</a:t>
            </a:r>
            <a:r>
              <a:rPr dirty="0" sz="1800" spc="-4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the</a:t>
            </a:r>
            <a:r>
              <a:rPr dirty="0" sz="1800" spc="-45">
                <a:latin typeface="Trebuchet MS"/>
                <a:cs typeface="Trebuchet MS"/>
              </a:rPr>
              <a:t> </a:t>
            </a:r>
            <a:r>
              <a:rPr dirty="0" sz="1800" spc="-10">
                <a:latin typeface="Trebuchet MS"/>
                <a:cs typeface="Trebuchet MS"/>
              </a:rPr>
              <a:t>format parameters</a:t>
            </a:r>
            <a:r>
              <a:rPr dirty="0" sz="1800" spc="-2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of</a:t>
            </a:r>
            <a:r>
              <a:rPr dirty="0" sz="1800" spc="-2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a</a:t>
            </a:r>
            <a:r>
              <a:rPr dirty="0" sz="1800" spc="-25">
                <a:latin typeface="Trebuchet MS"/>
                <a:cs typeface="Trebuchet MS"/>
              </a:rPr>
              <a:t> </a:t>
            </a:r>
            <a:r>
              <a:rPr dirty="0" sz="1800" spc="-10">
                <a:latin typeface="Trebuchet MS"/>
                <a:cs typeface="Trebuchet MS"/>
              </a:rPr>
              <a:t>stream.</a:t>
            </a:r>
            <a:endParaRPr sz="1800">
              <a:latin typeface="Trebuchet MS"/>
              <a:cs typeface="Trebuchet MS"/>
            </a:endParaRPr>
          </a:p>
          <a:p>
            <a:pPr marL="263525" indent="-250825">
              <a:lnSpc>
                <a:spcPct val="100000"/>
              </a:lnSpc>
              <a:spcBef>
                <a:spcPts val="1080"/>
              </a:spcBef>
              <a:buFont typeface="Arial MT"/>
              <a:buChar char="•"/>
              <a:tabLst>
                <a:tab pos="263525" algn="l"/>
              </a:tabLst>
            </a:pPr>
            <a:r>
              <a:rPr dirty="0" sz="1800">
                <a:latin typeface="Trebuchet MS"/>
                <a:cs typeface="Trebuchet MS"/>
              </a:rPr>
              <a:t>Manipulators</a:t>
            </a:r>
            <a:r>
              <a:rPr dirty="0" sz="1800" spc="-5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are</a:t>
            </a:r>
            <a:r>
              <a:rPr dirty="0" sz="1800" spc="-5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operators</a:t>
            </a:r>
            <a:r>
              <a:rPr dirty="0" sz="1800" spc="-5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that</a:t>
            </a:r>
            <a:r>
              <a:rPr dirty="0" sz="1800" spc="-5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are</a:t>
            </a:r>
            <a:r>
              <a:rPr dirty="0" sz="1800" spc="-5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used</a:t>
            </a:r>
            <a:r>
              <a:rPr dirty="0" sz="1800" spc="-4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to</a:t>
            </a:r>
            <a:r>
              <a:rPr dirty="0" sz="1800" spc="-5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format</a:t>
            </a:r>
            <a:r>
              <a:rPr dirty="0" sz="1800" spc="-5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the</a:t>
            </a:r>
            <a:r>
              <a:rPr dirty="0" sz="1800" spc="-5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data</a:t>
            </a:r>
            <a:r>
              <a:rPr dirty="0" sz="1800" spc="-50">
                <a:latin typeface="Trebuchet MS"/>
                <a:cs typeface="Trebuchet MS"/>
              </a:rPr>
              <a:t> </a:t>
            </a:r>
            <a:r>
              <a:rPr dirty="0" sz="1800" spc="-10">
                <a:latin typeface="Trebuchet MS"/>
                <a:cs typeface="Trebuchet MS"/>
              </a:rPr>
              <a:t>display.</a:t>
            </a:r>
            <a:endParaRPr sz="1800">
              <a:latin typeface="Trebuchet MS"/>
              <a:cs typeface="Trebuchet MS"/>
            </a:endParaRPr>
          </a:p>
          <a:p>
            <a:pPr marL="263525" indent="-250825">
              <a:lnSpc>
                <a:spcPct val="100000"/>
              </a:lnSpc>
              <a:spcBef>
                <a:spcPts val="1080"/>
              </a:spcBef>
              <a:buFont typeface="Arial MT"/>
              <a:buChar char="•"/>
              <a:tabLst>
                <a:tab pos="263525" algn="l"/>
              </a:tabLst>
            </a:pPr>
            <a:r>
              <a:rPr dirty="0" sz="1800" spc="-110">
                <a:latin typeface="Trebuchet MS"/>
                <a:cs typeface="Trebuchet MS"/>
              </a:rPr>
              <a:t>To</a:t>
            </a:r>
            <a:r>
              <a:rPr dirty="0" sz="1800" spc="-2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access</a:t>
            </a:r>
            <a:r>
              <a:rPr dirty="0" sz="1800" spc="-60">
                <a:latin typeface="Trebuchet MS"/>
                <a:cs typeface="Trebuchet MS"/>
              </a:rPr>
              <a:t> </a:t>
            </a:r>
            <a:r>
              <a:rPr dirty="0" sz="1800" spc="-10">
                <a:latin typeface="Trebuchet MS"/>
                <a:cs typeface="Trebuchet MS"/>
              </a:rPr>
              <a:t>manipulators,</a:t>
            </a:r>
            <a:r>
              <a:rPr dirty="0" sz="1800" spc="-4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the</a:t>
            </a:r>
            <a:r>
              <a:rPr dirty="0" sz="1800" spc="-4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file</a:t>
            </a:r>
            <a:r>
              <a:rPr dirty="0" sz="1800" spc="-4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iomanip.h</a:t>
            </a:r>
            <a:r>
              <a:rPr dirty="0" sz="1800" spc="-4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should</a:t>
            </a:r>
            <a:r>
              <a:rPr dirty="0" sz="1800" spc="-4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be</a:t>
            </a:r>
            <a:r>
              <a:rPr dirty="0" sz="1800" spc="-4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included</a:t>
            </a:r>
            <a:r>
              <a:rPr dirty="0" sz="1800" spc="-4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in</a:t>
            </a:r>
            <a:r>
              <a:rPr dirty="0" sz="1800" spc="-4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the</a:t>
            </a:r>
            <a:r>
              <a:rPr dirty="0" sz="1800" spc="-40">
                <a:latin typeface="Trebuchet MS"/>
                <a:cs typeface="Trebuchet MS"/>
              </a:rPr>
              <a:t> </a:t>
            </a:r>
            <a:r>
              <a:rPr dirty="0" sz="1800" spc="-10">
                <a:latin typeface="Trebuchet MS"/>
                <a:cs typeface="Trebuchet MS"/>
              </a:rPr>
              <a:t>program.</a:t>
            </a:r>
            <a:endParaRPr sz="1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84299" rIns="0" bIns="0" rtlCol="0" vert="horz">
            <a:spAutoFit/>
          </a:bodyPr>
          <a:lstStyle/>
          <a:p>
            <a:pPr marL="51435">
              <a:lnSpc>
                <a:spcPct val="100000"/>
              </a:lnSpc>
              <a:spcBef>
                <a:spcPts val="100"/>
              </a:spcBef>
            </a:pPr>
            <a:r>
              <a:rPr dirty="0" sz="2800">
                <a:latin typeface="Trebuchet MS"/>
                <a:cs typeface="Trebuchet MS"/>
              </a:rPr>
              <a:t>Manipulators</a:t>
            </a:r>
            <a:r>
              <a:rPr dirty="0" sz="2800" spc="-45">
                <a:latin typeface="Trebuchet MS"/>
                <a:cs typeface="Trebuchet MS"/>
              </a:rPr>
              <a:t> </a:t>
            </a:r>
            <a:r>
              <a:rPr dirty="0" sz="2800">
                <a:latin typeface="Trebuchet MS"/>
                <a:cs typeface="Trebuchet MS"/>
              </a:rPr>
              <a:t>in</a:t>
            </a:r>
            <a:r>
              <a:rPr dirty="0" sz="2800" spc="-35">
                <a:latin typeface="Trebuchet MS"/>
                <a:cs typeface="Trebuchet MS"/>
              </a:rPr>
              <a:t> </a:t>
            </a:r>
            <a:r>
              <a:rPr dirty="0" sz="2800" spc="-25">
                <a:latin typeface="Trebuchet MS"/>
                <a:cs typeface="Trebuchet MS"/>
              </a:rPr>
              <a:t>C++</a:t>
            </a:r>
            <a:endParaRPr sz="2800">
              <a:latin typeface="Trebuchet MS"/>
              <a:cs typeface="Trebuchet MS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2145118" y="1819820"/>
            <a:ext cx="5450840" cy="848360"/>
          </a:xfrm>
          <a:prstGeom prst="rect">
            <a:avLst/>
          </a:prstGeom>
        </p:spPr>
        <p:txBody>
          <a:bodyPr wrap="square" lIns="0" tIns="149860" rIns="0" bIns="0" rtlCol="0" vert="horz">
            <a:spAutoFit/>
          </a:bodyPr>
          <a:lstStyle/>
          <a:p>
            <a:pPr algn="ctr" marR="973455">
              <a:lnSpc>
                <a:spcPct val="100000"/>
              </a:lnSpc>
              <a:spcBef>
                <a:spcPts val="1180"/>
              </a:spcBef>
            </a:pPr>
            <a:r>
              <a:rPr dirty="0" sz="1800" spc="-10">
                <a:solidFill>
                  <a:srgbClr val="0070C0"/>
                </a:solidFill>
                <a:latin typeface="Trebuchet MS"/>
                <a:cs typeface="Trebuchet MS"/>
              </a:rPr>
              <a:t>Meaning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080"/>
              </a:spcBef>
              <a:tabLst>
                <a:tab pos="647065" algn="l"/>
              </a:tabLst>
            </a:pPr>
            <a:r>
              <a:rPr dirty="0" sz="1800" spc="-50">
                <a:latin typeface="Trebuchet MS"/>
                <a:cs typeface="Trebuchet MS"/>
              </a:rPr>
              <a:t>-</a:t>
            </a:r>
            <a:r>
              <a:rPr dirty="0" sz="1800">
                <a:latin typeface="Trebuchet MS"/>
                <a:cs typeface="Trebuchet MS"/>
              </a:rPr>
              <a:t>	This</a:t>
            </a:r>
            <a:r>
              <a:rPr dirty="0" sz="1800" spc="-55">
                <a:latin typeface="Trebuchet MS"/>
                <a:cs typeface="Trebuchet MS"/>
              </a:rPr>
              <a:t> </a:t>
            </a:r>
            <a:r>
              <a:rPr dirty="0" sz="1800" spc="-10">
                <a:latin typeface="Trebuchet MS"/>
                <a:cs typeface="Trebuchet MS"/>
              </a:rPr>
              <a:t>manipulator</a:t>
            </a:r>
            <a:r>
              <a:rPr dirty="0" sz="1800" spc="-5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has</a:t>
            </a:r>
            <a:r>
              <a:rPr dirty="0" sz="1800" spc="-5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the</a:t>
            </a:r>
            <a:r>
              <a:rPr dirty="0" sz="1800" spc="-5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same</a:t>
            </a:r>
            <a:r>
              <a:rPr dirty="0" sz="1800" spc="-5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functionality</a:t>
            </a:r>
            <a:r>
              <a:rPr dirty="0" sz="1800" spc="-55">
                <a:latin typeface="Trebuchet MS"/>
                <a:cs typeface="Trebuchet MS"/>
              </a:rPr>
              <a:t> </a:t>
            </a:r>
            <a:r>
              <a:rPr dirty="0" sz="1800" spc="-25">
                <a:latin typeface="Trebuchet MS"/>
                <a:cs typeface="Trebuchet MS"/>
              </a:rPr>
              <a:t>as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9185085" y="2368461"/>
            <a:ext cx="128460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>
                <a:latin typeface="Trebuchet MS"/>
                <a:cs typeface="Trebuchet MS"/>
              </a:rPr>
              <a:t>‘\n’(newline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680249" y="1819820"/>
            <a:ext cx="1238250" cy="1671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dirty="0" sz="1800" spc="-10">
                <a:solidFill>
                  <a:srgbClr val="0070C0"/>
                </a:solidFill>
                <a:latin typeface="Trebuchet MS"/>
                <a:cs typeface="Trebuchet MS"/>
              </a:rPr>
              <a:t>Manipulator </a:t>
            </a:r>
            <a:r>
              <a:rPr dirty="0" sz="1800" spc="-20">
                <a:latin typeface="Trebuchet MS"/>
                <a:cs typeface="Trebuchet MS"/>
              </a:rPr>
              <a:t>endl </a:t>
            </a:r>
            <a:r>
              <a:rPr dirty="0" sz="1800" spc="-10">
                <a:latin typeface="Trebuchet MS"/>
                <a:cs typeface="Trebuchet MS"/>
              </a:rPr>
              <a:t>character). </a:t>
            </a:r>
            <a:r>
              <a:rPr dirty="0" sz="1800">
                <a:latin typeface="Trebuchet MS"/>
                <a:cs typeface="Trebuchet MS"/>
              </a:rPr>
              <a:t>setw</a:t>
            </a:r>
            <a:r>
              <a:rPr dirty="0" sz="1800" spc="-3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(int</a:t>
            </a:r>
            <a:r>
              <a:rPr dirty="0" sz="1800" spc="-35">
                <a:latin typeface="Trebuchet MS"/>
                <a:cs typeface="Trebuchet MS"/>
              </a:rPr>
              <a:t> </a:t>
            </a:r>
            <a:r>
              <a:rPr dirty="0" sz="1800" spc="-25">
                <a:latin typeface="Trebuchet MS"/>
                <a:cs typeface="Trebuchet MS"/>
              </a:rPr>
              <a:t>n)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680249" y="3465741"/>
            <a:ext cx="1970405" cy="12598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dirty="0" sz="1800">
                <a:latin typeface="Trebuchet MS"/>
                <a:cs typeface="Trebuchet MS"/>
              </a:rPr>
              <a:t>setprecision</a:t>
            </a:r>
            <a:r>
              <a:rPr dirty="0" sz="1800" spc="-5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(int</a:t>
            </a:r>
            <a:r>
              <a:rPr dirty="0" sz="1800" spc="-55">
                <a:latin typeface="Trebuchet MS"/>
                <a:cs typeface="Trebuchet MS"/>
              </a:rPr>
              <a:t> </a:t>
            </a:r>
            <a:r>
              <a:rPr dirty="0" sz="1800" spc="-25">
                <a:latin typeface="Trebuchet MS"/>
                <a:cs typeface="Trebuchet MS"/>
              </a:rPr>
              <a:t>p) </a:t>
            </a:r>
            <a:r>
              <a:rPr dirty="0" sz="1800">
                <a:latin typeface="Trebuchet MS"/>
                <a:cs typeface="Trebuchet MS"/>
              </a:rPr>
              <a:t>setfill</a:t>
            </a:r>
            <a:r>
              <a:rPr dirty="0" sz="1800" spc="-5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(Char</a:t>
            </a:r>
            <a:r>
              <a:rPr dirty="0" sz="1800" spc="-50">
                <a:latin typeface="Trebuchet MS"/>
                <a:cs typeface="Trebuchet MS"/>
              </a:rPr>
              <a:t> </a:t>
            </a:r>
            <a:r>
              <a:rPr dirty="0" sz="1800" spc="-25">
                <a:latin typeface="Trebuchet MS"/>
                <a:cs typeface="Trebuchet MS"/>
              </a:rPr>
              <a:t>f) </a:t>
            </a:r>
            <a:r>
              <a:rPr dirty="0" sz="1800" spc="-10">
                <a:latin typeface="Trebuchet MS"/>
                <a:cs typeface="Trebuchet MS"/>
              </a:rPr>
              <a:t>Setbase(int</a:t>
            </a:r>
            <a:r>
              <a:rPr dirty="0" sz="1800" spc="-40">
                <a:latin typeface="Trebuchet MS"/>
                <a:cs typeface="Trebuchet MS"/>
              </a:rPr>
              <a:t> </a:t>
            </a:r>
            <a:r>
              <a:rPr dirty="0" sz="1800" spc="-25">
                <a:latin typeface="Trebuchet MS"/>
                <a:cs typeface="Trebuchet MS"/>
              </a:rPr>
              <a:t>b)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3008174" y="3054261"/>
            <a:ext cx="4284345" cy="1671320"/>
          </a:xfrm>
          <a:prstGeom prst="rect">
            <a:avLst/>
          </a:prstGeom>
        </p:spPr>
        <p:txBody>
          <a:bodyPr wrap="square" lIns="0" tIns="149860" rIns="0" bIns="0" rtlCol="0" vert="horz">
            <a:spAutoFit/>
          </a:bodyPr>
          <a:lstStyle/>
          <a:p>
            <a:pPr marL="676910" indent="-634365">
              <a:lnSpc>
                <a:spcPct val="100000"/>
              </a:lnSpc>
              <a:spcBef>
                <a:spcPts val="1180"/>
              </a:spcBef>
              <a:buChar char="-"/>
              <a:tabLst>
                <a:tab pos="676910" algn="l"/>
              </a:tabLst>
            </a:pPr>
            <a:r>
              <a:rPr dirty="0" sz="1800" spc="-110">
                <a:latin typeface="Trebuchet MS"/>
                <a:cs typeface="Trebuchet MS"/>
              </a:rPr>
              <a:t>To</a:t>
            </a:r>
            <a:r>
              <a:rPr dirty="0" sz="1800" spc="-2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set</a:t>
            </a:r>
            <a:r>
              <a:rPr dirty="0" sz="1800" spc="-2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field</a:t>
            </a:r>
            <a:r>
              <a:rPr dirty="0" sz="1800" spc="-2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width</a:t>
            </a:r>
            <a:r>
              <a:rPr dirty="0" sz="1800" spc="-2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to</a:t>
            </a:r>
            <a:r>
              <a:rPr dirty="0" sz="1800" spc="-20">
                <a:latin typeface="Trebuchet MS"/>
                <a:cs typeface="Trebuchet MS"/>
              </a:rPr>
              <a:t> </a:t>
            </a:r>
            <a:r>
              <a:rPr dirty="0" sz="1800" spc="-50">
                <a:latin typeface="Trebuchet MS"/>
                <a:cs typeface="Trebuchet MS"/>
              </a:rPr>
              <a:t>n</a:t>
            </a:r>
            <a:endParaRPr sz="1800">
              <a:latin typeface="Trebuchet MS"/>
              <a:cs typeface="Trebuchet MS"/>
            </a:endParaRPr>
          </a:p>
          <a:p>
            <a:pPr marL="676275" indent="-634365">
              <a:lnSpc>
                <a:spcPct val="100000"/>
              </a:lnSpc>
              <a:spcBef>
                <a:spcPts val="1080"/>
              </a:spcBef>
              <a:buChar char="-"/>
              <a:tabLst>
                <a:tab pos="676275" algn="l"/>
              </a:tabLst>
            </a:pPr>
            <a:r>
              <a:rPr dirty="0" sz="1800">
                <a:latin typeface="Trebuchet MS"/>
                <a:cs typeface="Trebuchet MS"/>
              </a:rPr>
              <a:t>The</a:t>
            </a:r>
            <a:r>
              <a:rPr dirty="0" sz="1800" spc="-3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precision</a:t>
            </a:r>
            <a:r>
              <a:rPr dirty="0" sz="1800" spc="-2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is</a:t>
            </a:r>
            <a:r>
              <a:rPr dirty="0" sz="1800" spc="-3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fixed</a:t>
            </a:r>
            <a:r>
              <a:rPr dirty="0" sz="1800" spc="-2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to</a:t>
            </a:r>
            <a:r>
              <a:rPr dirty="0" sz="1800" spc="-30">
                <a:latin typeface="Trebuchet MS"/>
                <a:cs typeface="Trebuchet MS"/>
              </a:rPr>
              <a:t> </a:t>
            </a:r>
            <a:r>
              <a:rPr dirty="0" sz="1800" spc="-50">
                <a:latin typeface="Trebuchet MS"/>
                <a:cs typeface="Trebuchet MS"/>
              </a:rPr>
              <a:t>p</a:t>
            </a:r>
            <a:endParaRPr sz="1800">
              <a:latin typeface="Trebuchet MS"/>
              <a:cs typeface="Trebuchet MS"/>
            </a:endParaRPr>
          </a:p>
          <a:p>
            <a:pPr marL="698500" indent="-668655">
              <a:lnSpc>
                <a:spcPct val="100000"/>
              </a:lnSpc>
              <a:spcBef>
                <a:spcPts val="1080"/>
              </a:spcBef>
              <a:buChar char="-"/>
              <a:tabLst>
                <a:tab pos="698500" algn="l"/>
              </a:tabLst>
            </a:pPr>
            <a:r>
              <a:rPr dirty="0" sz="1800" spc="-110">
                <a:latin typeface="Trebuchet MS"/>
                <a:cs typeface="Trebuchet MS"/>
              </a:rPr>
              <a:t>To</a:t>
            </a:r>
            <a:r>
              <a:rPr dirty="0" sz="1800" spc="-2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set</a:t>
            </a:r>
            <a:r>
              <a:rPr dirty="0" sz="1800" spc="-6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the</a:t>
            </a:r>
            <a:r>
              <a:rPr dirty="0" sz="1800" spc="-4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character</a:t>
            </a:r>
            <a:r>
              <a:rPr dirty="0" sz="1800" spc="-4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to</a:t>
            </a:r>
            <a:r>
              <a:rPr dirty="0" sz="1800" spc="-4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be</a:t>
            </a:r>
            <a:r>
              <a:rPr dirty="0" sz="1800" spc="-40">
                <a:latin typeface="Trebuchet MS"/>
                <a:cs typeface="Trebuchet MS"/>
              </a:rPr>
              <a:t> </a:t>
            </a:r>
            <a:r>
              <a:rPr dirty="0" sz="1800" spc="-10">
                <a:latin typeface="Trebuchet MS"/>
                <a:cs typeface="Trebuchet MS"/>
              </a:rPr>
              <a:t>filled</a:t>
            </a:r>
            <a:endParaRPr sz="1800">
              <a:latin typeface="Trebuchet MS"/>
              <a:cs typeface="Trebuchet MS"/>
            </a:endParaRPr>
          </a:p>
          <a:p>
            <a:pPr marL="715645" indent="-702945">
              <a:lnSpc>
                <a:spcPct val="100000"/>
              </a:lnSpc>
              <a:spcBef>
                <a:spcPts val="1080"/>
              </a:spcBef>
              <a:buChar char="-"/>
              <a:tabLst>
                <a:tab pos="715645" algn="l"/>
              </a:tabLst>
            </a:pPr>
            <a:r>
              <a:rPr dirty="0" sz="1800" spc="-110">
                <a:latin typeface="Trebuchet MS"/>
                <a:cs typeface="Trebuchet MS"/>
              </a:rPr>
              <a:t>To</a:t>
            </a:r>
            <a:r>
              <a:rPr dirty="0" sz="1800" spc="-2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set</a:t>
            </a:r>
            <a:r>
              <a:rPr dirty="0" sz="1800" spc="-5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the</a:t>
            </a:r>
            <a:r>
              <a:rPr dirty="0" sz="1800" spc="-4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base</a:t>
            </a:r>
            <a:r>
              <a:rPr dirty="0" sz="1800" spc="-4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of</a:t>
            </a:r>
            <a:r>
              <a:rPr dirty="0" sz="1800" spc="-3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the</a:t>
            </a:r>
            <a:r>
              <a:rPr dirty="0" sz="1800" spc="-4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number</a:t>
            </a:r>
            <a:r>
              <a:rPr dirty="0" sz="1800" spc="-4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to</a:t>
            </a:r>
            <a:r>
              <a:rPr dirty="0" sz="1800" spc="-40">
                <a:latin typeface="Trebuchet MS"/>
                <a:cs typeface="Trebuchet MS"/>
              </a:rPr>
              <a:t> </a:t>
            </a:r>
            <a:r>
              <a:rPr dirty="0" sz="1800" spc="-50">
                <a:latin typeface="Trebuchet MS"/>
                <a:cs typeface="Trebuchet MS"/>
              </a:rPr>
              <a:t>b</a:t>
            </a:r>
            <a:endParaRPr sz="1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84299" rIns="0" bIns="0" rtlCol="0" vert="horz">
            <a:spAutoFit/>
          </a:bodyPr>
          <a:lstStyle/>
          <a:p>
            <a:pPr marL="51435">
              <a:lnSpc>
                <a:spcPct val="100000"/>
              </a:lnSpc>
              <a:spcBef>
                <a:spcPts val="100"/>
              </a:spcBef>
            </a:pPr>
            <a:r>
              <a:rPr dirty="0" sz="2800">
                <a:latin typeface="Trebuchet MS"/>
                <a:cs typeface="Trebuchet MS"/>
              </a:rPr>
              <a:t>Manipulators</a:t>
            </a:r>
            <a:r>
              <a:rPr dirty="0" sz="2800" spc="-45">
                <a:latin typeface="Trebuchet MS"/>
                <a:cs typeface="Trebuchet MS"/>
              </a:rPr>
              <a:t> </a:t>
            </a:r>
            <a:r>
              <a:rPr dirty="0" sz="2800">
                <a:latin typeface="Trebuchet MS"/>
                <a:cs typeface="Trebuchet MS"/>
              </a:rPr>
              <a:t>in</a:t>
            </a:r>
            <a:r>
              <a:rPr dirty="0" sz="2800" spc="-35">
                <a:latin typeface="Trebuchet MS"/>
                <a:cs typeface="Trebuchet MS"/>
              </a:rPr>
              <a:t> </a:t>
            </a:r>
            <a:r>
              <a:rPr dirty="0" sz="2800" spc="-25">
                <a:latin typeface="Trebuchet MS"/>
                <a:cs typeface="Trebuchet MS"/>
              </a:rPr>
              <a:t>C++</a:t>
            </a:r>
            <a:endParaRPr sz="2800">
              <a:latin typeface="Trebuchet MS"/>
              <a:cs typeface="Trebuchet MS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714517" y="1819820"/>
            <a:ext cx="10370185" cy="4140200"/>
          </a:xfrm>
          <a:prstGeom prst="rect">
            <a:avLst/>
          </a:prstGeom>
        </p:spPr>
        <p:txBody>
          <a:bodyPr wrap="square" lIns="0" tIns="149860" rIns="0" bIns="0" rtlCol="0" vert="horz">
            <a:spAutoFit/>
          </a:bodyPr>
          <a:lstStyle/>
          <a:p>
            <a:pPr marL="263525" indent="-250825">
              <a:lnSpc>
                <a:spcPct val="100000"/>
              </a:lnSpc>
              <a:spcBef>
                <a:spcPts val="1180"/>
              </a:spcBef>
              <a:buFont typeface="Arial MT"/>
              <a:buChar char="•"/>
              <a:tabLst>
                <a:tab pos="263525" algn="l"/>
              </a:tabLst>
            </a:pPr>
            <a:r>
              <a:rPr dirty="0" sz="1800">
                <a:latin typeface="Trebuchet MS"/>
                <a:cs typeface="Trebuchet MS"/>
              </a:rPr>
              <a:t>endl</a:t>
            </a:r>
            <a:r>
              <a:rPr dirty="0" sz="1800" spc="-5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function</a:t>
            </a:r>
            <a:r>
              <a:rPr dirty="0" sz="1800" spc="-4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is</a:t>
            </a:r>
            <a:r>
              <a:rPr dirty="0" sz="1800" spc="-4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used</a:t>
            </a:r>
            <a:r>
              <a:rPr dirty="0" sz="1800" spc="-4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to</a:t>
            </a:r>
            <a:r>
              <a:rPr dirty="0" sz="1800" spc="-4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insert</a:t>
            </a:r>
            <a:r>
              <a:rPr dirty="0" sz="1800" spc="-4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a</a:t>
            </a:r>
            <a:r>
              <a:rPr dirty="0" sz="1800" spc="-5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new</a:t>
            </a:r>
            <a:r>
              <a:rPr dirty="0" sz="1800" spc="-4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line</a:t>
            </a:r>
            <a:r>
              <a:rPr dirty="0" sz="1800" spc="-4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character</a:t>
            </a:r>
            <a:r>
              <a:rPr dirty="0" sz="1800" spc="-4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and</a:t>
            </a:r>
            <a:r>
              <a:rPr dirty="0" sz="1800" spc="-4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flush</a:t>
            </a:r>
            <a:r>
              <a:rPr dirty="0" sz="1800" spc="-4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the</a:t>
            </a:r>
            <a:r>
              <a:rPr dirty="0" sz="1800" spc="-45">
                <a:latin typeface="Trebuchet MS"/>
                <a:cs typeface="Trebuchet MS"/>
              </a:rPr>
              <a:t> </a:t>
            </a:r>
            <a:r>
              <a:rPr dirty="0" sz="1800" spc="-10">
                <a:latin typeface="Trebuchet MS"/>
                <a:cs typeface="Trebuchet MS"/>
              </a:rPr>
              <a:t>stream.</a:t>
            </a:r>
            <a:endParaRPr sz="1800">
              <a:latin typeface="Trebuchet MS"/>
              <a:cs typeface="Trebuchet MS"/>
            </a:endParaRPr>
          </a:p>
          <a:p>
            <a:pPr marL="264160" marR="5080" indent="-252095">
              <a:lnSpc>
                <a:spcPct val="150000"/>
              </a:lnSpc>
              <a:buFont typeface="Arial MT"/>
              <a:buChar char="•"/>
              <a:tabLst>
                <a:tab pos="264160" algn="l"/>
              </a:tabLst>
            </a:pPr>
            <a:r>
              <a:rPr dirty="0" sz="1800" spc="-10">
                <a:latin typeface="Trebuchet MS"/>
                <a:cs typeface="Trebuchet MS"/>
              </a:rPr>
              <a:t>Working</a:t>
            </a:r>
            <a:r>
              <a:rPr dirty="0" sz="1800" spc="-4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of</a:t>
            </a:r>
            <a:r>
              <a:rPr dirty="0" sz="1800" spc="-4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endl</a:t>
            </a:r>
            <a:r>
              <a:rPr dirty="0" sz="1800" spc="-40">
                <a:latin typeface="Trebuchet MS"/>
                <a:cs typeface="Trebuchet MS"/>
              </a:rPr>
              <a:t> </a:t>
            </a:r>
            <a:r>
              <a:rPr dirty="0" sz="1800" spc="-10">
                <a:latin typeface="Trebuchet MS"/>
                <a:cs typeface="Trebuchet MS"/>
              </a:rPr>
              <a:t>manipulator</a:t>
            </a:r>
            <a:r>
              <a:rPr dirty="0" sz="1800" spc="-4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is</a:t>
            </a:r>
            <a:r>
              <a:rPr dirty="0" sz="1800" spc="-4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similar</a:t>
            </a:r>
            <a:r>
              <a:rPr dirty="0" sz="1800" spc="-4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to</a:t>
            </a:r>
            <a:r>
              <a:rPr dirty="0" sz="1800" spc="-4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'\n'</a:t>
            </a:r>
            <a:r>
              <a:rPr dirty="0" sz="1800" spc="-4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character</a:t>
            </a:r>
            <a:r>
              <a:rPr dirty="0" sz="1800" spc="-4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in</a:t>
            </a:r>
            <a:r>
              <a:rPr dirty="0" sz="1800" spc="-4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C++.</a:t>
            </a:r>
            <a:r>
              <a:rPr dirty="0" sz="1800" spc="-4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It</a:t>
            </a:r>
            <a:r>
              <a:rPr dirty="0" sz="1800" spc="-4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prints</a:t>
            </a:r>
            <a:r>
              <a:rPr dirty="0" sz="1800" spc="-4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the</a:t>
            </a:r>
            <a:r>
              <a:rPr dirty="0" sz="1800" spc="-4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output</a:t>
            </a:r>
            <a:r>
              <a:rPr dirty="0" sz="1800" spc="-4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of</a:t>
            </a:r>
            <a:r>
              <a:rPr dirty="0" sz="1800" spc="-4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the</a:t>
            </a:r>
            <a:r>
              <a:rPr dirty="0" sz="1800" spc="-40">
                <a:latin typeface="Trebuchet MS"/>
                <a:cs typeface="Trebuchet MS"/>
              </a:rPr>
              <a:t> </a:t>
            </a:r>
            <a:r>
              <a:rPr dirty="0" sz="1800" spc="-10">
                <a:latin typeface="Trebuchet MS"/>
                <a:cs typeface="Trebuchet MS"/>
              </a:rPr>
              <a:t>following </a:t>
            </a:r>
            <a:r>
              <a:rPr dirty="0" sz="1800">
                <a:latin typeface="Trebuchet MS"/>
                <a:cs typeface="Trebuchet MS"/>
              </a:rPr>
              <a:t>statement</a:t>
            </a:r>
            <a:r>
              <a:rPr dirty="0" sz="1800" spc="-6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in</a:t>
            </a:r>
            <a:r>
              <a:rPr dirty="0" sz="1800" spc="-6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the</a:t>
            </a:r>
            <a:r>
              <a:rPr dirty="0" sz="1800" spc="-6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next</a:t>
            </a:r>
            <a:r>
              <a:rPr dirty="0" sz="1800" spc="-65">
                <a:latin typeface="Trebuchet MS"/>
                <a:cs typeface="Trebuchet MS"/>
              </a:rPr>
              <a:t> </a:t>
            </a:r>
            <a:r>
              <a:rPr dirty="0" sz="1800" spc="-10">
                <a:latin typeface="Trebuchet MS"/>
                <a:cs typeface="Trebuchet MS"/>
              </a:rPr>
              <a:t>line.</a:t>
            </a:r>
            <a:endParaRPr sz="1800">
              <a:latin typeface="Trebuchet MS"/>
              <a:cs typeface="Trebuchet MS"/>
            </a:endParaRPr>
          </a:p>
          <a:p>
            <a:pPr marL="251460" marR="7920355" indent="-239395">
              <a:lnSpc>
                <a:spcPct val="150000"/>
              </a:lnSpc>
              <a:buChar char="•"/>
              <a:tabLst>
                <a:tab pos="251460" algn="l"/>
                <a:tab pos="263525" algn="l"/>
              </a:tabLst>
            </a:pPr>
            <a:r>
              <a:rPr dirty="0" sz="1800">
                <a:latin typeface="Arial MT"/>
                <a:cs typeface="Arial MT"/>
              </a:rPr>
              <a:t>	</a:t>
            </a:r>
            <a:r>
              <a:rPr dirty="0" sz="1800" spc="-10">
                <a:latin typeface="Trebuchet MS"/>
                <a:cs typeface="Trebuchet MS"/>
              </a:rPr>
              <a:t>Example: #include&lt;iostream&gt; </a:t>
            </a:r>
            <a:r>
              <a:rPr dirty="0" sz="1800">
                <a:latin typeface="Trebuchet MS"/>
                <a:cs typeface="Trebuchet MS"/>
              </a:rPr>
              <a:t>using</a:t>
            </a:r>
            <a:r>
              <a:rPr dirty="0" sz="1800" spc="-65">
                <a:latin typeface="Trebuchet MS"/>
                <a:cs typeface="Trebuchet MS"/>
              </a:rPr>
              <a:t> </a:t>
            </a:r>
            <a:r>
              <a:rPr dirty="0" sz="1800" spc="-10">
                <a:latin typeface="Trebuchet MS"/>
                <a:cs typeface="Trebuchet MS"/>
              </a:rPr>
              <a:t>namespace</a:t>
            </a:r>
            <a:r>
              <a:rPr dirty="0" sz="1800" spc="-55">
                <a:latin typeface="Trebuchet MS"/>
                <a:cs typeface="Trebuchet MS"/>
              </a:rPr>
              <a:t> </a:t>
            </a:r>
            <a:r>
              <a:rPr dirty="0" sz="1800" spc="-20">
                <a:latin typeface="Trebuchet MS"/>
                <a:cs typeface="Trebuchet MS"/>
              </a:rPr>
              <a:t>std; </a:t>
            </a:r>
            <a:r>
              <a:rPr dirty="0" sz="1800">
                <a:latin typeface="Trebuchet MS"/>
                <a:cs typeface="Trebuchet MS"/>
              </a:rPr>
              <a:t>int</a:t>
            </a:r>
            <a:r>
              <a:rPr dirty="0" sz="1800" spc="-40">
                <a:latin typeface="Trebuchet MS"/>
                <a:cs typeface="Trebuchet MS"/>
              </a:rPr>
              <a:t> </a:t>
            </a:r>
            <a:r>
              <a:rPr dirty="0" sz="1800" spc="-10">
                <a:latin typeface="Trebuchet MS"/>
                <a:cs typeface="Trebuchet MS"/>
              </a:rPr>
              <a:t>main()</a:t>
            </a:r>
            <a:endParaRPr sz="1800">
              <a:latin typeface="Trebuchet MS"/>
              <a:cs typeface="Trebuchet MS"/>
            </a:endParaRPr>
          </a:p>
          <a:p>
            <a:pPr marL="251460">
              <a:lnSpc>
                <a:spcPct val="100000"/>
              </a:lnSpc>
              <a:spcBef>
                <a:spcPts val="1080"/>
              </a:spcBef>
            </a:pPr>
            <a:r>
              <a:rPr dirty="0" sz="1800" spc="-50">
                <a:latin typeface="Trebuchet MS"/>
                <a:cs typeface="Trebuchet MS"/>
              </a:rPr>
              <a:t>{</a:t>
            </a:r>
            <a:endParaRPr sz="1800">
              <a:latin typeface="Trebuchet MS"/>
              <a:cs typeface="Trebuchet MS"/>
            </a:endParaRPr>
          </a:p>
          <a:p>
            <a:pPr marL="335280">
              <a:lnSpc>
                <a:spcPct val="100000"/>
              </a:lnSpc>
              <a:spcBef>
                <a:spcPts val="1080"/>
              </a:spcBef>
            </a:pPr>
            <a:r>
              <a:rPr dirty="0" sz="1800">
                <a:latin typeface="Trebuchet MS"/>
                <a:cs typeface="Trebuchet MS"/>
              </a:rPr>
              <a:t>cout</a:t>
            </a:r>
            <a:r>
              <a:rPr dirty="0" sz="1800" spc="-3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&lt;&lt;</a:t>
            </a:r>
            <a:r>
              <a:rPr dirty="0" sz="1800" spc="-3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"Hello"</a:t>
            </a:r>
            <a:r>
              <a:rPr dirty="0" sz="1800" spc="-3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&lt;&lt;</a:t>
            </a:r>
            <a:r>
              <a:rPr dirty="0" sz="1800" spc="-3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endl</a:t>
            </a:r>
            <a:r>
              <a:rPr dirty="0" sz="1800" spc="-3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&lt;&lt;</a:t>
            </a:r>
            <a:r>
              <a:rPr dirty="0" sz="1800" spc="-35">
                <a:latin typeface="Trebuchet MS"/>
                <a:cs typeface="Trebuchet MS"/>
              </a:rPr>
              <a:t> </a:t>
            </a:r>
            <a:r>
              <a:rPr dirty="0" sz="1800" spc="-10">
                <a:latin typeface="Trebuchet MS"/>
                <a:cs typeface="Trebuchet MS"/>
              </a:rPr>
              <a:t>"World!";</a:t>
            </a:r>
            <a:endParaRPr sz="1800">
              <a:latin typeface="Trebuchet MS"/>
              <a:cs typeface="Trebuchet MS"/>
            </a:endParaRPr>
          </a:p>
          <a:p>
            <a:pPr marL="251460">
              <a:lnSpc>
                <a:spcPct val="100000"/>
              </a:lnSpc>
              <a:spcBef>
                <a:spcPts val="1080"/>
              </a:spcBef>
            </a:pPr>
            <a:r>
              <a:rPr dirty="0" sz="1800" spc="-50">
                <a:latin typeface="Trebuchet MS"/>
                <a:cs typeface="Trebuchet MS"/>
              </a:rPr>
              <a:t>}</a:t>
            </a:r>
            <a:endParaRPr sz="1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84299" rIns="0" bIns="0" rtlCol="0" vert="horz">
            <a:spAutoFit/>
          </a:bodyPr>
          <a:lstStyle/>
          <a:p>
            <a:pPr marL="51435">
              <a:lnSpc>
                <a:spcPct val="100000"/>
              </a:lnSpc>
              <a:spcBef>
                <a:spcPts val="100"/>
              </a:spcBef>
            </a:pPr>
            <a:r>
              <a:rPr dirty="0" sz="2800">
                <a:latin typeface="Trebuchet MS"/>
                <a:cs typeface="Trebuchet MS"/>
              </a:rPr>
              <a:t>Manipulators</a:t>
            </a:r>
            <a:r>
              <a:rPr dirty="0" sz="2800" spc="-45">
                <a:latin typeface="Trebuchet MS"/>
                <a:cs typeface="Trebuchet MS"/>
              </a:rPr>
              <a:t> </a:t>
            </a:r>
            <a:r>
              <a:rPr dirty="0" sz="2800">
                <a:latin typeface="Trebuchet MS"/>
                <a:cs typeface="Trebuchet MS"/>
              </a:rPr>
              <a:t>in</a:t>
            </a:r>
            <a:r>
              <a:rPr dirty="0" sz="2800" spc="-35">
                <a:latin typeface="Trebuchet MS"/>
                <a:cs typeface="Trebuchet MS"/>
              </a:rPr>
              <a:t> </a:t>
            </a:r>
            <a:r>
              <a:rPr dirty="0" sz="2800" spc="-25">
                <a:latin typeface="Trebuchet MS"/>
                <a:cs typeface="Trebuchet MS"/>
              </a:rPr>
              <a:t>C++</a:t>
            </a:r>
            <a:endParaRPr sz="2800">
              <a:latin typeface="Trebuchet MS"/>
              <a:cs typeface="Trebuchet MS"/>
            </a:endParaRPr>
          </a:p>
        </p:txBody>
      </p:sp>
      <p:sp>
        <p:nvSpPr>
          <p:cNvPr id="3" name="object 3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498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80"/>
              </a:spcBef>
            </a:pPr>
            <a:r>
              <a:rPr dirty="0"/>
              <a:t>setw</a:t>
            </a:r>
            <a:r>
              <a:rPr dirty="0" spc="-60"/>
              <a:t> </a:t>
            </a:r>
            <a:r>
              <a:rPr dirty="0" spc="-25"/>
              <a:t>()</a:t>
            </a:r>
          </a:p>
          <a:p>
            <a:pPr marL="12700" marR="5080">
              <a:lnSpc>
                <a:spcPct val="150000"/>
              </a:lnSpc>
            </a:pPr>
            <a:r>
              <a:rPr dirty="0" b="0">
                <a:solidFill>
                  <a:srgbClr val="273138"/>
                </a:solidFill>
                <a:latin typeface="Trebuchet MS"/>
                <a:cs typeface="Trebuchet MS"/>
              </a:rPr>
              <a:t>The</a:t>
            </a:r>
            <a:r>
              <a:rPr dirty="0" spc="-50" b="0">
                <a:solidFill>
                  <a:srgbClr val="273138"/>
                </a:solidFill>
                <a:latin typeface="Trebuchet MS"/>
                <a:cs typeface="Trebuchet MS"/>
              </a:rPr>
              <a:t> </a:t>
            </a:r>
            <a:r>
              <a:rPr dirty="0" b="0">
                <a:solidFill>
                  <a:srgbClr val="273138"/>
                </a:solidFill>
                <a:latin typeface="Trebuchet MS"/>
                <a:cs typeface="Trebuchet MS"/>
              </a:rPr>
              <a:t>setw()</a:t>
            </a:r>
            <a:r>
              <a:rPr dirty="0" spc="-50" b="0">
                <a:solidFill>
                  <a:srgbClr val="273138"/>
                </a:solidFill>
                <a:latin typeface="Trebuchet MS"/>
                <a:cs typeface="Trebuchet MS"/>
              </a:rPr>
              <a:t> </a:t>
            </a:r>
            <a:r>
              <a:rPr dirty="0" b="0">
                <a:solidFill>
                  <a:srgbClr val="273138"/>
                </a:solidFill>
                <a:latin typeface="Trebuchet MS"/>
                <a:cs typeface="Trebuchet MS"/>
              </a:rPr>
              <a:t>function</a:t>
            </a:r>
            <a:r>
              <a:rPr dirty="0" spc="-50" b="0">
                <a:solidFill>
                  <a:srgbClr val="273138"/>
                </a:solidFill>
                <a:latin typeface="Trebuchet MS"/>
                <a:cs typeface="Trebuchet MS"/>
              </a:rPr>
              <a:t> </a:t>
            </a:r>
            <a:r>
              <a:rPr dirty="0" b="0">
                <a:solidFill>
                  <a:srgbClr val="273138"/>
                </a:solidFill>
                <a:latin typeface="Trebuchet MS"/>
                <a:cs typeface="Trebuchet MS"/>
              </a:rPr>
              <a:t>is</a:t>
            </a:r>
            <a:r>
              <a:rPr dirty="0" spc="-50" b="0">
                <a:solidFill>
                  <a:srgbClr val="273138"/>
                </a:solidFill>
                <a:latin typeface="Trebuchet MS"/>
                <a:cs typeface="Trebuchet MS"/>
              </a:rPr>
              <a:t> </a:t>
            </a:r>
            <a:r>
              <a:rPr dirty="0" b="0">
                <a:solidFill>
                  <a:srgbClr val="273138"/>
                </a:solidFill>
                <a:latin typeface="Trebuchet MS"/>
                <a:cs typeface="Trebuchet MS"/>
              </a:rPr>
              <a:t>an</a:t>
            </a:r>
            <a:r>
              <a:rPr dirty="0" spc="-50" b="0">
                <a:solidFill>
                  <a:srgbClr val="273138"/>
                </a:solidFill>
                <a:latin typeface="Trebuchet MS"/>
                <a:cs typeface="Trebuchet MS"/>
              </a:rPr>
              <a:t> </a:t>
            </a:r>
            <a:r>
              <a:rPr dirty="0" b="0">
                <a:solidFill>
                  <a:srgbClr val="273138"/>
                </a:solidFill>
                <a:latin typeface="Trebuchet MS"/>
                <a:cs typeface="Trebuchet MS"/>
              </a:rPr>
              <a:t>output</a:t>
            </a:r>
            <a:r>
              <a:rPr dirty="0" spc="-50" b="0">
                <a:solidFill>
                  <a:srgbClr val="273138"/>
                </a:solidFill>
                <a:latin typeface="Trebuchet MS"/>
                <a:cs typeface="Trebuchet MS"/>
              </a:rPr>
              <a:t> </a:t>
            </a:r>
            <a:r>
              <a:rPr dirty="0" spc="-10" b="0">
                <a:solidFill>
                  <a:srgbClr val="273138"/>
                </a:solidFill>
                <a:latin typeface="Trebuchet MS"/>
                <a:cs typeface="Trebuchet MS"/>
              </a:rPr>
              <a:t>manipulator</a:t>
            </a:r>
            <a:r>
              <a:rPr dirty="0" spc="-50" b="0">
                <a:solidFill>
                  <a:srgbClr val="273138"/>
                </a:solidFill>
                <a:latin typeface="Trebuchet MS"/>
                <a:cs typeface="Trebuchet MS"/>
              </a:rPr>
              <a:t> </a:t>
            </a:r>
            <a:r>
              <a:rPr dirty="0" b="0">
                <a:solidFill>
                  <a:srgbClr val="273138"/>
                </a:solidFill>
                <a:latin typeface="Trebuchet MS"/>
                <a:cs typeface="Trebuchet MS"/>
              </a:rPr>
              <a:t>that</a:t>
            </a:r>
            <a:r>
              <a:rPr dirty="0" spc="-50" b="0">
                <a:solidFill>
                  <a:srgbClr val="273138"/>
                </a:solidFill>
                <a:latin typeface="Trebuchet MS"/>
                <a:cs typeface="Trebuchet MS"/>
              </a:rPr>
              <a:t> </a:t>
            </a:r>
            <a:r>
              <a:rPr dirty="0" b="0">
                <a:solidFill>
                  <a:srgbClr val="273138"/>
                </a:solidFill>
                <a:latin typeface="Trebuchet MS"/>
                <a:cs typeface="Trebuchet MS"/>
              </a:rPr>
              <a:t>inserts</a:t>
            </a:r>
            <a:r>
              <a:rPr dirty="0" spc="-50" b="0">
                <a:solidFill>
                  <a:srgbClr val="273138"/>
                </a:solidFill>
                <a:latin typeface="Trebuchet MS"/>
                <a:cs typeface="Trebuchet MS"/>
              </a:rPr>
              <a:t> </a:t>
            </a:r>
            <a:r>
              <a:rPr dirty="0" spc="-10" b="0">
                <a:solidFill>
                  <a:srgbClr val="273138"/>
                </a:solidFill>
                <a:latin typeface="Trebuchet MS"/>
                <a:cs typeface="Trebuchet MS"/>
              </a:rPr>
              <a:t>whitespace</a:t>
            </a:r>
            <a:r>
              <a:rPr dirty="0" spc="-45" b="0">
                <a:solidFill>
                  <a:srgbClr val="273138"/>
                </a:solidFill>
                <a:latin typeface="Trebuchet MS"/>
                <a:cs typeface="Trebuchet MS"/>
              </a:rPr>
              <a:t> </a:t>
            </a:r>
            <a:r>
              <a:rPr dirty="0" b="0">
                <a:solidFill>
                  <a:srgbClr val="273138"/>
                </a:solidFill>
                <a:latin typeface="Trebuchet MS"/>
                <a:cs typeface="Trebuchet MS"/>
              </a:rPr>
              <a:t>between</a:t>
            </a:r>
            <a:r>
              <a:rPr dirty="0" spc="-50" b="0">
                <a:solidFill>
                  <a:srgbClr val="273138"/>
                </a:solidFill>
                <a:latin typeface="Trebuchet MS"/>
                <a:cs typeface="Trebuchet MS"/>
              </a:rPr>
              <a:t> </a:t>
            </a:r>
            <a:r>
              <a:rPr dirty="0" b="0">
                <a:solidFill>
                  <a:srgbClr val="273138"/>
                </a:solidFill>
                <a:latin typeface="Trebuchet MS"/>
                <a:cs typeface="Trebuchet MS"/>
              </a:rPr>
              <a:t>two</a:t>
            </a:r>
            <a:r>
              <a:rPr dirty="0" spc="-50" b="0">
                <a:solidFill>
                  <a:srgbClr val="273138"/>
                </a:solidFill>
                <a:latin typeface="Trebuchet MS"/>
                <a:cs typeface="Trebuchet MS"/>
              </a:rPr>
              <a:t> </a:t>
            </a:r>
            <a:r>
              <a:rPr dirty="0" spc="-10" b="0">
                <a:solidFill>
                  <a:srgbClr val="273138"/>
                </a:solidFill>
                <a:latin typeface="Trebuchet MS"/>
                <a:cs typeface="Trebuchet MS"/>
              </a:rPr>
              <a:t>variables.</a:t>
            </a:r>
            <a:r>
              <a:rPr dirty="0" spc="-80" b="0">
                <a:solidFill>
                  <a:srgbClr val="273138"/>
                </a:solidFill>
                <a:latin typeface="Trebuchet MS"/>
                <a:cs typeface="Trebuchet MS"/>
              </a:rPr>
              <a:t> </a:t>
            </a:r>
            <a:r>
              <a:rPr dirty="0" spc="-50" b="0">
                <a:solidFill>
                  <a:srgbClr val="273138"/>
                </a:solidFill>
                <a:latin typeface="Trebuchet MS"/>
                <a:cs typeface="Trebuchet MS"/>
              </a:rPr>
              <a:t>You </a:t>
            </a:r>
            <a:r>
              <a:rPr dirty="0" spc="-20" b="0">
                <a:solidFill>
                  <a:srgbClr val="273138"/>
                </a:solidFill>
                <a:latin typeface="Trebuchet MS"/>
                <a:cs typeface="Trebuchet MS"/>
              </a:rPr>
              <a:t>must </a:t>
            </a:r>
            <a:r>
              <a:rPr dirty="0" b="0">
                <a:solidFill>
                  <a:srgbClr val="273138"/>
                </a:solidFill>
                <a:latin typeface="Trebuchet MS"/>
                <a:cs typeface="Trebuchet MS"/>
              </a:rPr>
              <a:t>enter</a:t>
            </a:r>
            <a:r>
              <a:rPr dirty="0" spc="-60" b="0">
                <a:solidFill>
                  <a:srgbClr val="273138"/>
                </a:solidFill>
                <a:latin typeface="Trebuchet MS"/>
                <a:cs typeface="Trebuchet MS"/>
              </a:rPr>
              <a:t> </a:t>
            </a:r>
            <a:r>
              <a:rPr dirty="0" b="0">
                <a:solidFill>
                  <a:srgbClr val="273138"/>
                </a:solidFill>
                <a:latin typeface="Trebuchet MS"/>
                <a:cs typeface="Trebuchet MS"/>
              </a:rPr>
              <a:t>an</a:t>
            </a:r>
            <a:r>
              <a:rPr dirty="0" spc="-60" b="0">
                <a:solidFill>
                  <a:srgbClr val="273138"/>
                </a:solidFill>
                <a:latin typeface="Trebuchet MS"/>
                <a:cs typeface="Trebuchet MS"/>
              </a:rPr>
              <a:t> </a:t>
            </a:r>
            <a:r>
              <a:rPr dirty="0" b="0">
                <a:solidFill>
                  <a:srgbClr val="273138"/>
                </a:solidFill>
                <a:latin typeface="Trebuchet MS"/>
                <a:cs typeface="Trebuchet MS"/>
              </a:rPr>
              <a:t>integer</a:t>
            </a:r>
            <a:r>
              <a:rPr dirty="0" spc="-60" b="0">
                <a:solidFill>
                  <a:srgbClr val="273138"/>
                </a:solidFill>
                <a:latin typeface="Trebuchet MS"/>
                <a:cs typeface="Trebuchet MS"/>
              </a:rPr>
              <a:t> </a:t>
            </a:r>
            <a:r>
              <a:rPr dirty="0" b="0">
                <a:solidFill>
                  <a:srgbClr val="273138"/>
                </a:solidFill>
                <a:latin typeface="Trebuchet MS"/>
                <a:cs typeface="Trebuchet MS"/>
              </a:rPr>
              <a:t>value</a:t>
            </a:r>
            <a:r>
              <a:rPr dirty="0" spc="-60" b="0">
                <a:solidFill>
                  <a:srgbClr val="273138"/>
                </a:solidFill>
                <a:latin typeface="Trebuchet MS"/>
                <a:cs typeface="Trebuchet MS"/>
              </a:rPr>
              <a:t> </a:t>
            </a:r>
            <a:r>
              <a:rPr dirty="0" b="0">
                <a:solidFill>
                  <a:srgbClr val="273138"/>
                </a:solidFill>
                <a:latin typeface="Trebuchet MS"/>
                <a:cs typeface="Trebuchet MS"/>
              </a:rPr>
              <a:t>equal</a:t>
            </a:r>
            <a:r>
              <a:rPr dirty="0" spc="-55" b="0">
                <a:solidFill>
                  <a:srgbClr val="273138"/>
                </a:solidFill>
                <a:latin typeface="Trebuchet MS"/>
                <a:cs typeface="Trebuchet MS"/>
              </a:rPr>
              <a:t> </a:t>
            </a:r>
            <a:r>
              <a:rPr dirty="0" b="0">
                <a:solidFill>
                  <a:srgbClr val="273138"/>
                </a:solidFill>
                <a:latin typeface="Trebuchet MS"/>
                <a:cs typeface="Trebuchet MS"/>
              </a:rPr>
              <a:t>to</a:t>
            </a:r>
            <a:r>
              <a:rPr dirty="0" spc="-60" b="0">
                <a:solidFill>
                  <a:srgbClr val="273138"/>
                </a:solidFill>
                <a:latin typeface="Trebuchet MS"/>
                <a:cs typeface="Trebuchet MS"/>
              </a:rPr>
              <a:t> </a:t>
            </a:r>
            <a:r>
              <a:rPr dirty="0" b="0">
                <a:solidFill>
                  <a:srgbClr val="273138"/>
                </a:solidFill>
                <a:latin typeface="Trebuchet MS"/>
                <a:cs typeface="Trebuchet MS"/>
              </a:rPr>
              <a:t>the</a:t>
            </a:r>
            <a:r>
              <a:rPr dirty="0" spc="-60" b="0">
                <a:solidFill>
                  <a:srgbClr val="273138"/>
                </a:solidFill>
                <a:latin typeface="Trebuchet MS"/>
                <a:cs typeface="Trebuchet MS"/>
              </a:rPr>
              <a:t> </a:t>
            </a:r>
            <a:r>
              <a:rPr dirty="0" b="0">
                <a:solidFill>
                  <a:srgbClr val="273138"/>
                </a:solidFill>
                <a:latin typeface="Trebuchet MS"/>
                <a:cs typeface="Trebuchet MS"/>
              </a:rPr>
              <a:t>needed</a:t>
            </a:r>
            <a:r>
              <a:rPr dirty="0" spc="-60" b="0">
                <a:solidFill>
                  <a:srgbClr val="273138"/>
                </a:solidFill>
                <a:latin typeface="Trebuchet MS"/>
                <a:cs typeface="Trebuchet MS"/>
              </a:rPr>
              <a:t> </a:t>
            </a:r>
            <a:r>
              <a:rPr dirty="0" spc="-10" b="0">
                <a:solidFill>
                  <a:srgbClr val="273138"/>
                </a:solidFill>
                <a:latin typeface="Trebuchet MS"/>
                <a:cs typeface="Trebuchet MS"/>
              </a:rPr>
              <a:t>space.</a:t>
            </a:r>
          </a:p>
          <a:p>
            <a:pPr marL="12700">
              <a:lnSpc>
                <a:spcPct val="100000"/>
              </a:lnSpc>
              <a:spcBef>
                <a:spcPts val="1080"/>
              </a:spcBef>
            </a:pPr>
            <a:r>
              <a:rPr dirty="0" spc="-10"/>
              <a:t>Syntax:</a:t>
            </a:r>
          </a:p>
          <a:p>
            <a:pPr marL="976630">
              <a:lnSpc>
                <a:spcPct val="100000"/>
              </a:lnSpc>
              <a:spcBef>
                <a:spcPts val="1080"/>
              </a:spcBef>
            </a:pPr>
            <a:r>
              <a:rPr dirty="0" b="0">
                <a:solidFill>
                  <a:srgbClr val="FF0000"/>
                </a:solidFill>
                <a:latin typeface="Trebuchet MS"/>
                <a:cs typeface="Trebuchet MS"/>
              </a:rPr>
              <a:t>setw</a:t>
            </a:r>
            <a:r>
              <a:rPr dirty="0" spc="-25" b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dirty="0" b="0">
                <a:solidFill>
                  <a:srgbClr val="FF0000"/>
                </a:solidFill>
                <a:latin typeface="Trebuchet MS"/>
                <a:cs typeface="Trebuchet MS"/>
              </a:rPr>
              <a:t>(</a:t>
            </a:r>
            <a:r>
              <a:rPr dirty="0" spc="-25" b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dirty="0" b="0">
                <a:solidFill>
                  <a:srgbClr val="FF0000"/>
                </a:solidFill>
                <a:latin typeface="Trebuchet MS"/>
                <a:cs typeface="Trebuchet MS"/>
              </a:rPr>
              <a:t>int</a:t>
            </a:r>
            <a:r>
              <a:rPr dirty="0" spc="-20" b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dirty="0" spc="-25" b="0">
                <a:solidFill>
                  <a:srgbClr val="FF0000"/>
                </a:solidFill>
                <a:latin typeface="Trebuchet MS"/>
                <a:cs typeface="Trebuchet MS"/>
              </a:rPr>
              <a:t>n)</a:t>
            </a:r>
          </a:p>
          <a:p>
            <a:pPr marL="12700">
              <a:lnSpc>
                <a:spcPct val="100000"/>
              </a:lnSpc>
              <a:spcBef>
                <a:spcPts val="1080"/>
              </a:spcBef>
            </a:pPr>
            <a:r>
              <a:rPr dirty="0" spc="-10"/>
              <a:t>Example:</a:t>
            </a:r>
          </a:p>
          <a:p>
            <a:pPr marL="975994">
              <a:lnSpc>
                <a:spcPct val="100000"/>
              </a:lnSpc>
              <a:spcBef>
                <a:spcPts val="1080"/>
              </a:spcBef>
              <a:tabLst>
                <a:tab pos="2025650" algn="l"/>
              </a:tabLst>
            </a:pPr>
            <a:r>
              <a:rPr dirty="0" b="0">
                <a:solidFill>
                  <a:srgbClr val="273138"/>
                </a:solidFill>
                <a:latin typeface="Trebuchet MS"/>
                <a:cs typeface="Trebuchet MS"/>
              </a:rPr>
              <a:t>int</a:t>
            </a:r>
            <a:r>
              <a:rPr dirty="0" spc="-40" b="0">
                <a:solidFill>
                  <a:srgbClr val="273138"/>
                </a:solidFill>
                <a:latin typeface="Trebuchet MS"/>
                <a:cs typeface="Trebuchet MS"/>
              </a:rPr>
              <a:t> </a:t>
            </a:r>
            <a:r>
              <a:rPr dirty="0" spc="-10" b="0">
                <a:solidFill>
                  <a:srgbClr val="273138"/>
                </a:solidFill>
                <a:latin typeface="Trebuchet MS"/>
                <a:cs typeface="Trebuchet MS"/>
              </a:rPr>
              <a:t>a=15;</a:t>
            </a:r>
            <a:r>
              <a:rPr dirty="0" b="0">
                <a:solidFill>
                  <a:srgbClr val="273138"/>
                </a:solidFill>
                <a:latin typeface="Trebuchet MS"/>
                <a:cs typeface="Trebuchet MS"/>
              </a:rPr>
              <a:t>	int</a:t>
            </a:r>
            <a:r>
              <a:rPr dirty="0" spc="-40" b="0">
                <a:solidFill>
                  <a:srgbClr val="273138"/>
                </a:solidFill>
                <a:latin typeface="Trebuchet MS"/>
                <a:cs typeface="Trebuchet MS"/>
              </a:rPr>
              <a:t> </a:t>
            </a:r>
            <a:r>
              <a:rPr dirty="0" spc="-10" b="0">
                <a:solidFill>
                  <a:srgbClr val="273138"/>
                </a:solidFill>
                <a:latin typeface="Trebuchet MS"/>
                <a:cs typeface="Trebuchet MS"/>
              </a:rPr>
              <a:t>b=20;</a:t>
            </a:r>
          </a:p>
          <a:p>
            <a:pPr marL="975994">
              <a:lnSpc>
                <a:spcPct val="100000"/>
              </a:lnSpc>
              <a:spcBef>
                <a:spcPts val="1080"/>
              </a:spcBef>
            </a:pPr>
            <a:r>
              <a:rPr dirty="0" b="0">
                <a:solidFill>
                  <a:srgbClr val="273138"/>
                </a:solidFill>
                <a:latin typeface="Trebuchet MS"/>
                <a:cs typeface="Trebuchet MS"/>
              </a:rPr>
              <a:t>cout</a:t>
            </a:r>
            <a:r>
              <a:rPr dirty="0" spc="-45" b="0">
                <a:solidFill>
                  <a:srgbClr val="273138"/>
                </a:solidFill>
                <a:latin typeface="Trebuchet MS"/>
                <a:cs typeface="Trebuchet MS"/>
              </a:rPr>
              <a:t> </a:t>
            </a:r>
            <a:r>
              <a:rPr dirty="0" b="0">
                <a:solidFill>
                  <a:srgbClr val="273138"/>
                </a:solidFill>
                <a:latin typeface="Trebuchet MS"/>
                <a:cs typeface="Trebuchet MS"/>
              </a:rPr>
              <a:t>&lt;&lt;</a:t>
            </a:r>
            <a:r>
              <a:rPr dirty="0" spc="-40" b="0">
                <a:solidFill>
                  <a:srgbClr val="273138"/>
                </a:solidFill>
                <a:latin typeface="Trebuchet MS"/>
                <a:cs typeface="Trebuchet MS"/>
              </a:rPr>
              <a:t> </a:t>
            </a:r>
            <a:r>
              <a:rPr dirty="0" b="0">
                <a:solidFill>
                  <a:srgbClr val="273138"/>
                </a:solidFill>
                <a:latin typeface="Trebuchet MS"/>
                <a:cs typeface="Trebuchet MS"/>
              </a:rPr>
              <a:t>setw(10)</a:t>
            </a:r>
            <a:r>
              <a:rPr dirty="0" spc="-40" b="0">
                <a:solidFill>
                  <a:srgbClr val="273138"/>
                </a:solidFill>
                <a:latin typeface="Trebuchet MS"/>
                <a:cs typeface="Trebuchet MS"/>
              </a:rPr>
              <a:t> </a:t>
            </a:r>
            <a:r>
              <a:rPr dirty="0" b="0">
                <a:solidFill>
                  <a:srgbClr val="273138"/>
                </a:solidFill>
                <a:latin typeface="Trebuchet MS"/>
                <a:cs typeface="Trebuchet MS"/>
              </a:rPr>
              <a:t>&lt;&lt;</a:t>
            </a:r>
            <a:r>
              <a:rPr dirty="0" spc="-40" b="0">
                <a:solidFill>
                  <a:srgbClr val="273138"/>
                </a:solidFill>
                <a:latin typeface="Trebuchet MS"/>
                <a:cs typeface="Trebuchet MS"/>
              </a:rPr>
              <a:t> </a:t>
            </a:r>
            <a:r>
              <a:rPr dirty="0" b="0">
                <a:solidFill>
                  <a:srgbClr val="273138"/>
                </a:solidFill>
                <a:latin typeface="Trebuchet MS"/>
                <a:cs typeface="Trebuchet MS"/>
              </a:rPr>
              <a:t>a</a:t>
            </a:r>
            <a:r>
              <a:rPr dirty="0" spc="-40" b="0">
                <a:solidFill>
                  <a:srgbClr val="273138"/>
                </a:solidFill>
                <a:latin typeface="Trebuchet MS"/>
                <a:cs typeface="Trebuchet MS"/>
              </a:rPr>
              <a:t> </a:t>
            </a:r>
            <a:r>
              <a:rPr dirty="0" b="0">
                <a:solidFill>
                  <a:srgbClr val="273138"/>
                </a:solidFill>
                <a:latin typeface="Trebuchet MS"/>
                <a:cs typeface="Trebuchet MS"/>
              </a:rPr>
              <a:t>&lt;&lt;</a:t>
            </a:r>
            <a:r>
              <a:rPr dirty="0" spc="-40" b="0">
                <a:solidFill>
                  <a:srgbClr val="273138"/>
                </a:solidFill>
                <a:latin typeface="Trebuchet MS"/>
                <a:cs typeface="Trebuchet MS"/>
              </a:rPr>
              <a:t> </a:t>
            </a:r>
            <a:r>
              <a:rPr dirty="0" b="0">
                <a:solidFill>
                  <a:srgbClr val="273138"/>
                </a:solidFill>
                <a:latin typeface="Trebuchet MS"/>
                <a:cs typeface="Trebuchet MS"/>
              </a:rPr>
              <a:t>setw(10)</a:t>
            </a:r>
            <a:r>
              <a:rPr dirty="0" spc="-40" b="0">
                <a:solidFill>
                  <a:srgbClr val="273138"/>
                </a:solidFill>
                <a:latin typeface="Trebuchet MS"/>
                <a:cs typeface="Trebuchet MS"/>
              </a:rPr>
              <a:t> </a:t>
            </a:r>
            <a:r>
              <a:rPr dirty="0" b="0">
                <a:solidFill>
                  <a:srgbClr val="273138"/>
                </a:solidFill>
                <a:latin typeface="Trebuchet MS"/>
                <a:cs typeface="Trebuchet MS"/>
              </a:rPr>
              <a:t>&lt;&lt;</a:t>
            </a:r>
            <a:r>
              <a:rPr dirty="0" spc="-40" b="0">
                <a:solidFill>
                  <a:srgbClr val="273138"/>
                </a:solidFill>
                <a:latin typeface="Trebuchet MS"/>
                <a:cs typeface="Trebuchet MS"/>
              </a:rPr>
              <a:t> </a:t>
            </a:r>
            <a:r>
              <a:rPr dirty="0" b="0">
                <a:solidFill>
                  <a:srgbClr val="273138"/>
                </a:solidFill>
                <a:latin typeface="Trebuchet MS"/>
                <a:cs typeface="Trebuchet MS"/>
              </a:rPr>
              <a:t>b</a:t>
            </a:r>
            <a:r>
              <a:rPr dirty="0" spc="-40" b="0">
                <a:solidFill>
                  <a:srgbClr val="273138"/>
                </a:solidFill>
                <a:latin typeface="Trebuchet MS"/>
                <a:cs typeface="Trebuchet MS"/>
              </a:rPr>
              <a:t> </a:t>
            </a:r>
            <a:r>
              <a:rPr dirty="0" b="0">
                <a:solidFill>
                  <a:srgbClr val="273138"/>
                </a:solidFill>
                <a:latin typeface="Trebuchet MS"/>
                <a:cs typeface="Trebuchet MS"/>
              </a:rPr>
              <a:t>&lt;&lt;</a:t>
            </a:r>
            <a:r>
              <a:rPr dirty="0" spc="-40" b="0">
                <a:solidFill>
                  <a:srgbClr val="273138"/>
                </a:solidFill>
                <a:latin typeface="Trebuchet MS"/>
                <a:cs typeface="Trebuchet MS"/>
              </a:rPr>
              <a:t> </a:t>
            </a:r>
            <a:r>
              <a:rPr dirty="0" spc="-10" b="0">
                <a:solidFill>
                  <a:srgbClr val="273138"/>
                </a:solidFill>
                <a:latin typeface="Trebuchet MS"/>
                <a:cs typeface="Trebuchet MS"/>
              </a:rPr>
              <a:t>endl;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84299" rIns="0" bIns="0" rtlCol="0" vert="horz">
            <a:spAutoFit/>
          </a:bodyPr>
          <a:lstStyle/>
          <a:p>
            <a:pPr marL="51435">
              <a:lnSpc>
                <a:spcPct val="100000"/>
              </a:lnSpc>
              <a:spcBef>
                <a:spcPts val="100"/>
              </a:spcBef>
            </a:pPr>
            <a:r>
              <a:rPr dirty="0" sz="2800">
                <a:latin typeface="Trebuchet MS"/>
                <a:cs typeface="Trebuchet MS"/>
              </a:rPr>
              <a:t>Manipulators</a:t>
            </a:r>
            <a:r>
              <a:rPr dirty="0" sz="2800" spc="-45">
                <a:latin typeface="Trebuchet MS"/>
                <a:cs typeface="Trebuchet MS"/>
              </a:rPr>
              <a:t> </a:t>
            </a:r>
            <a:r>
              <a:rPr dirty="0" sz="2800">
                <a:latin typeface="Trebuchet MS"/>
                <a:cs typeface="Trebuchet MS"/>
              </a:rPr>
              <a:t>in</a:t>
            </a:r>
            <a:r>
              <a:rPr dirty="0" sz="2800" spc="-35">
                <a:latin typeface="Trebuchet MS"/>
                <a:cs typeface="Trebuchet MS"/>
              </a:rPr>
              <a:t> </a:t>
            </a:r>
            <a:r>
              <a:rPr dirty="0" sz="2800" spc="-25">
                <a:latin typeface="Trebuchet MS"/>
                <a:cs typeface="Trebuchet MS"/>
              </a:rPr>
              <a:t>C++</a:t>
            </a:r>
            <a:endParaRPr sz="2800">
              <a:latin typeface="Trebuchet MS"/>
              <a:cs typeface="Trebuchet MS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680249" y="1827948"/>
            <a:ext cx="10221595" cy="3911600"/>
          </a:xfrm>
          <a:prstGeom prst="rect">
            <a:avLst/>
          </a:prstGeom>
        </p:spPr>
        <p:txBody>
          <a:bodyPr wrap="square" lIns="0" tIns="142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20"/>
              </a:spcBef>
            </a:pPr>
            <a:r>
              <a:rPr dirty="0" sz="1700" spc="-10" b="1">
                <a:solidFill>
                  <a:srgbClr val="0070C0"/>
                </a:solidFill>
                <a:latin typeface="Trebuchet MS"/>
                <a:cs typeface="Trebuchet MS"/>
              </a:rPr>
              <a:t>setfill()</a:t>
            </a:r>
            <a:endParaRPr sz="1700">
              <a:latin typeface="Trebuchet MS"/>
              <a:cs typeface="Trebuchet MS"/>
            </a:endParaRPr>
          </a:p>
          <a:p>
            <a:pPr marL="298450" marR="5080" indent="-253365">
              <a:lnSpc>
                <a:spcPct val="150000"/>
              </a:lnSpc>
              <a:buClr>
                <a:srgbClr val="000000"/>
              </a:buClr>
              <a:buFont typeface="Arial MT"/>
              <a:buChar char="•"/>
              <a:tabLst>
                <a:tab pos="298450" algn="l"/>
              </a:tabLst>
            </a:pPr>
            <a:r>
              <a:rPr dirty="0" sz="1700">
                <a:solidFill>
                  <a:srgbClr val="273138"/>
                </a:solidFill>
                <a:latin typeface="Trebuchet MS"/>
                <a:cs typeface="Trebuchet MS"/>
              </a:rPr>
              <a:t>It</a:t>
            </a:r>
            <a:r>
              <a:rPr dirty="0" sz="1700" spc="-45">
                <a:solidFill>
                  <a:srgbClr val="273138"/>
                </a:solidFill>
                <a:latin typeface="Trebuchet MS"/>
                <a:cs typeface="Trebuchet MS"/>
              </a:rPr>
              <a:t> </a:t>
            </a:r>
            <a:r>
              <a:rPr dirty="0" sz="1700">
                <a:solidFill>
                  <a:srgbClr val="273138"/>
                </a:solidFill>
                <a:latin typeface="Trebuchet MS"/>
                <a:cs typeface="Trebuchet MS"/>
              </a:rPr>
              <a:t>replaces</a:t>
            </a:r>
            <a:r>
              <a:rPr dirty="0" sz="1700" spc="-45">
                <a:solidFill>
                  <a:srgbClr val="273138"/>
                </a:solidFill>
                <a:latin typeface="Trebuchet MS"/>
                <a:cs typeface="Trebuchet MS"/>
              </a:rPr>
              <a:t> </a:t>
            </a:r>
            <a:r>
              <a:rPr dirty="0" sz="1700">
                <a:solidFill>
                  <a:srgbClr val="273138"/>
                </a:solidFill>
                <a:latin typeface="Trebuchet MS"/>
                <a:cs typeface="Trebuchet MS"/>
              </a:rPr>
              <a:t>setw(whitespaces</a:t>
            </a:r>
            <a:r>
              <a:rPr dirty="0" sz="1700" spc="-45">
                <a:solidFill>
                  <a:srgbClr val="273138"/>
                </a:solidFill>
                <a:latin typeface="Trebuchet MS"/>
                <a:cs typeface="Trebuchet MS"/>
              </a:rPr>
              <a:t> </a:t>
            </a:r>
            <a:r>
              <a:rPr dirty="0" sz="1700" spc="-10">
                <a:solidFill>
                  <a:srgbClr val="273138"/>
                </a:solidFill>
                <a:latin typeface="Trebuchet MS"/>
                <a:cs typeface="Trebuchet MS"/>
              </a:rPr>
              <a:t>)’s</a:t>
            </a:r>
            <a:r>
              <a:rPr dirty="0" sz="1700" spc="-45">
                <a:solidFill>
                  <a:srgbClr val="273138"/>
                </a:solidFill>
                <a:latin typeface="Trebuchet MS"/>
                <a:cs typeface="Trebuchet MS"/>
              </a:rPr>
              <a:t> </a:t>
            </a:r>
            <a:r>
              <a:rPr dirty="0" sz="1700">
                <a:solidFill>
                  <a:srgbClr val="273138"/>
                </a:solidFill>
                <a:latin typeface="Trebuchet MS"/>
                <a:cs typeface="Trebuchet MS"/>
              </a:rPr>
              <a:t>with</a:t>
            </a:r>
            <a:r>
              <a:rPr dirty="0" sz="1700" spc="-45">
                <a:solidFill>
                  <a:srgbClr val="273138"/>
                </a:solidFill>
                <a:latin typeface="Trebuchet MS"/>
                <a:cs typeface="Trebuchet MS"/>
              </a:rPr>
              <a:t> </a:t>
            </a:r>
            <a:r>
              <a:rPr dirty="0" sz="1700">
                <a:solidFill>
                  <a:srgbClr val="273138"/>
                </a:solidFill>
                <a:latin typeface="Trebuchet MS"/>
                <a:cs typeface="Trebuchet MS"/>
              </a:rPr>
              <a:t>a</a:t>
            </a:r>
            <a:r>
              <a:rPr dirty="0" sz="1700" spc="-45">
                <a:solidFill>
                  <a:srgbClr val="273138"/>
                </a:solidFill>
                <a:latin typeface="Trebuchet MS"/>
                <a:cs typeface="Trebuchet MS"/>
              </a:rPr>
              <a:t> </a:t>
            </a:r>
            <a:r>
              <a:rPr dirty="0" sz="1700">
                <a:solidFill>
                  <a:srgbClr val="273138"/>
                </a:solidFill>
                <a:latin typeface="Trebuchet MS"/>
                <a:cs typeface="Trebuchet MS"/>
              </a:rPr>
              <a:t>different</a:t>
            </a:r>
            <a:r>
              <a:rPr dirty="0" sz="1700" spc="-45">
                <a:solidFill>
                  <a:srgbClr val="273138"/>
                </a:solidFill>
                <a:latin typeface="Trebuchet MS"/>
                <a:cs typeface="Trebuchet MS"/>
              </a:rPr>
              <a:t> </a:t>
            </a:r>
            <a:r>
              <a:rPr dirty="0" sz="1700" spc="-25">
                <a:solidFill>
                  <a:srgbClr val="273138"/>
                </a:solidFill>
                <a:latin typeface="Trebuchet MS"/>
                <a:cs typeface="Trebuchet MS"/>
              </a:rPr>
              <a:t>character.</a:t>
            </a:r>
            <a:r>
              <a:rPr dirty="0" sz="1700" spc="-45">
                <a:solidFill>
                  <a:srgbClr val="273138"/>
                </a:solidFill>
                <a:latin typeface="Trebuchet MS"/>
                <a:cs typeface="Trebuchet MS"/>
              </a:rPr>
              <a:t> </a:t>
            </a:r>
            <a:r>
              <a:rPr dirty="0" sz="1700" spc="-10">
                <a:solidFill>
                  <a:srgbClr val="273138"/>
                </a:solidFill>
                <a:latin typeface="Trebuchet MS"/>
                <a:cs typeface="Trebuchet MS"/>
              </a:rPr>
              <a:t>It’s</a:t>
            </a:r>
            <a:r>
              <a:rPr dirty="0" sz="1700" spc="-45">
                <a:solidFill>
                  <a:srgbClr val="273138"/>
                </a:solidFill>
                <a:latin typeface="Trebuchet MS"/>
                <a:cs typeface="Trebuchet MS"/>
              </a:rPr>
              <a:t> </a:t>
            </a:r>
            <a:r>
              <a:rPr dirty="0" sz="1700">
                <a:solidFill>
                  <a:srgbClr val="273138"/>
                </a:solidFill>
                <a:latin typeface="Trebuchet MS"/>
                <a:cs typeface="Trebuchet MS"/>
              </a:rPr>
              <a:t>similar</a:t>
            </a:r>
            <a:r>
              <a:rPr dirty="0" sz="1700" spc="-45">
                <a:solidFill>
                  <a:srgbClr val="273138"/>
                </a:solidFill>
                <a:latin typeface="Trebuchet MS"/>
                <a:cs typeface="Trebuchet MS"/>
              </a:rPr>
              <a:t> </a:t>
            </a:r>
            <a:r>
              <a:rPr dirty="0" sz="1700">
                <a:solidFill>
                  <a:srgbClr val="273138"/>
                </a:solidFill>
                <a:latin typeface="Trebuchet MS"/>
                <a:cs typeface="Trebuchet MS"/>
              </a:rPr>
              <a:t>to</a:t>
            </a:r>
            <a:r>
              <a:rPr dirty="0" sz="1700" spc="-45">
                <a:solidFill>
                  <a:srgbClr val="273138"/>
                </a:solidFill>
                <a:latin typeface="Trebuchet MS"/>
                <a:cs typeface="Trebuchet MS"/>
              </a:rPr>
              <a:t> </a:t>
            </a:r>
            <a:r>
              <a:rPr dirty="0" sz="1700">
                <a:solidFill>
                  <a:srgbClr val="273138"/>
                </a:solidFill>
                <a:latin typeface="Trebuchet MS"/>
                <a:cs typeface="Trebuchet MS"/>
              </a:rPr>
              <a:t>setw()</a:t>
            </a:r>
            <a:r>
              <a:rPr dirty="0" sz="1700" spc="-40">
                <a:solidFill>
                  <a:srgbClr val="273138"/>
                </a:solidFill>
                <a:latin typeface="Trebuchet MS"/>
                <a:cs typeface="Trebuchet MS"/>
              </a:rPr>
              <a:t> </a:t>
            </a:r>
            <a:r>
              <a:rPr dirty="0" sz="1700">
                <a:solidFill>
                  <a:srgbClr val="273138"/>
                </a:solidFill>
                <a:latin typeface="Trebuchet MS"/>
                <a:cs typeface="Trebuchet MS"/>
              </a:rPr>
              <a:t>in</a:t>
            </a:r>
            <a:r>
              <a:rPr dirty="0" sz="1700" spc="-45">
                <a:solidFill>
                  <a:srgbClr val="273138"/>
                </a:solidFill>
                <a:latin typeface="Trebuchet MS"/>
                <a:cs typeface="Trebuchet MS"/>
              </a:rPr>
              <a:t> </a:t>
            </a:r>
            <a:r>
              <a:rPr dirty="0" sz="1700">
                <a:solidFill>
                  <a:srgbClr val="273138"/>
                </a:solidFill>
                <a:latin typeface="Trebuchet MS"/>
                <a:cs typeface="Trebuchet MS"/>
              </a:rPr>
              <a:t>that</a:t>
            </a:r>
            <a:r>
              <a:rPr dirty="0" sz="1700" spc="-45">
                <a:solidFill>
                  <a:srgbClr val="273138"/>
                </a:solidFill>
                <a:latin typeface="Trebuchet MS"/>
                <a:cs typeface="Trebuchet MS"/>
              </a:rPr>
              <a:t> </a:t>
            </a:r>
            <a:r>
              <a:rPr dirty="0" sz="1700">
                <a:solidFill>
                  <a:srgbClr val="273138"/>
                </a:solidFill>
                <a:latin typeface="Trebuchet MS"/>
                <a:cs typeface="Trebuchet MS"/>
              </a:rPr>
              <a:t>it</a:t>
            </a:r>
            <a:r>
              <a:rPr dirty="0" sz="1700" spc="-45">
                <a:solidFill>
                  <a:srgbClr val="273138"/>
                </a:solidFill>
                <a:latin typeface="Trebuchet MS"/>
                <a:cs typeface="Trebuchet MS"/>
              </a:rPr>
              <a:t> </a:t>
            </a:r>
            <a:r>
              <a:rPr dirty="0" sz="1700" spc="-10">
                <a:solidFill>
                  <a:srgbClr val="273138"/>
                </a:solidFill>
                <a:latin typeface="Trebuchet MS"/>
                <a:cs typeface="Trebuchet MS"/>
              </a:rPr>
              <a:t>manipulates </a:t>
            </a:r>
            <a:r>
              <a:rPr dirty="0" sz="1700">
                <a:solidFill>
                  <a:srgbClr val="273138"/>
                </a:solidFill>
                <a:latin typeface="Trebuchet MS"/>
                <a:cs typeface="Trebuchet MS"/>
              </a:rPr>
              <a:t>output,</a:t>
            </a:r>
            <a:r>
              <a:rPr dirty="0" sz="1700" spc="-35">
                <a:solidFill>
                  <a:srgbClr val="273138"/>
                </a:solidFill>
                <a:latin typeface="Trebuchet MS"/>
                <a:cs typeface="Trebuchet MS"/>
              </a:rPr>
              <a:t> </a:t>
            </a:r>
            <a:r>
              <a:rPr dirty="0" sz="1700">
                <a:solidFill>
                  <a:srgbClr val="273138"/>
                </a:solidFill>
                <a:latin typeface="Trebuchet MS"/>
                <a:cs typeface="Trebuchet MS"/>
              </a:rPr>
              <a:t>but</a:t>
            </a:r>
            <a:r>
              <a:rPr dirty="0" sz="1700" spc="-30">
                <a:solidFill>
                  <a:srgbClr val="273138"/>
                </a:solidFill>
                <a:latin typeface="Trebuchet MS"/>
                <a:cs typeface="Trebuchet MS"/>
              </a:rPr>
              <a:t> </a:t>
            </a:r>
            <a:r>
              <a:rPr dirty="0" sz="1700">
                <a:solidFill>
                  <a:srgbClr val="273138"/>
                </a:solidFill>
                <a:latin typeface="Trebuchet MS"/>
                <a:cs typeface="Trebuchet MS"/>
              </a:rPr>
              <a:t>the</a:t>
            </a:r>
            <a:r>
              <a:rPr dirty="0" sz="1700" spc="-35">
                <a:solidFill>
                  <a:srgbClr val="273138"/>
                </a:solidFill>
                <a:latin typeface="Trebuchet MS"/>
                <a:cs typeface="Trebuchet MS"/>
              </a:rPr>
              <a:t> </a:t>
            </a:r>
            <a:r>
              <a:rPr dirty="0" sz="1700">
                <a:solidFill>
                  <a:srgbClr val="273138"/>
                </a:solidFill>
                <a:latin typeface="Trebuchet MS"/>
                <a:cs typeface="Trebuchet MS"/>
              </a:rPr>
              <a:t>only</a:t>
            </a:r>
            <a:r>
              <a:rPr dirty="0" sz="1700" spc="-30">
                <a:solidFill>
                  <a:srgbClr val="273138"/>
                </a:solidFill>
                <a:latin typeface="Trebuchet MS"/>
                <a:cs typeface="Trebuchet MS"/>
              </a:rPr>
              <a:t> </a:t>
            </a:r>
            <a:r>
              <a:rPr dirty="0" sz="1700">
                <a:solidFill>
                  <a:srgbClr val="273138"/>
                </a:solidFill>
                <a:latin typeface="Trebuchet MS"/>
                <a:cs typeface="Trebuchet MS"/>
              </a:rPr>
              <a:t>parameter</a:t>
            </a:r>
            <a:r>
              <a:rPr dirty="0" sz="1700" spc="-35">
                <a:solidFill>
                  <a:srgbClr val="273138"/>
                </a:solidFill>
                <a:latin typeface="Trebuchet MS"/>
                <a:cs typeface="Trebuchet MS"/>
              </a:rPr>
              <a:t> </a:t>
            </a:r>
            <a:r>
              <a:rPr dirty="0" sz="1700">
                <a:solidFill>
                  <a:srgbClr val="273138"/>
                </a:solidFill>
                <a:latin typeface="Trebuchet MS"/>
                <a:cs typeface="Trebuchet MS"/>
              </a:rPr>
              <a:t>required</a:t>
            </a:r>
            <a:r>
              <a:rPr dirty="0" sz="1700" spc="-30">
                <a:solidFill>
                  <a:srgbClr val="273138"/>
                </a:solidFill>
                <a:latin typeface="Trebuchet MS"/>
                <a:cs typeface="Trebuchet MS"/>
              </a:rPr>
              <a:t> </a:t>
            </a:r>
            <a:r>
              <a:rPr dirty="0" sz="1700">
                <a:solidFill>
                  <a:srgbClr val="273138"/>
                </a:solidFill>
                <a:latin typeface="Trebuchet MS"/>
                <a:cs typeface="Trebuchet MS"/>
              </a:rPr>
              <a:t>is</a:t>
            </a:r>
            <a:r>
              <a:rPr dirty="0" sz="1700" spc="-35">
                <a:solidFill>
                  <a:srgbClr val="273138"/>
                </a:solidFill>
                <a:latin typeface="Trebuchet MS"/>
                <a:cs typeface="Trebuchet MS"/>
              </a:rPr>
              <a:t> </a:t>
            </a:r>
            <a:r>
              <a:rPr dirty="0" sz="1700">
                <a:solidFill>
                  <a:srgbClr val="273138"/>
                </a:solidFill>
                <a:latin typeface="Trebuchet MS"/>
                <a:cs typeface="Trebuchet MS"/>
              </a:rPr>
              <a:t>a</a:t>
            </a:r>
            <a:r>
              <a:rPr dirty="0" sz="1700" spc="-30">
                <a:solidFill>
                  <a:srgbClr val="273138"/>
                </a:solidFill>
                <a:latin typeface="Trebuchet MS"/>
                <a:cs typeface="Trebuchet MS"/>
              </a:rPr>
              <a:t> </a:t>
            </a:r>
            <a:r>
              <a:rPr dirty="0" sz="1700">
                <a:solidFill>
                  <a:srgbClr val="273138"/>
                </a:solidFill>
                <a:latin typeface="Trebuchet MS"/>
                <a:cs typeface="Trebuchet MS"/>
              </a:rPr>
              <a:t>single</a:t>
            </a:r>
            <a:r>
              <a:rPr dirty="0" sz="1700" spc="-35">
                <a:solidFill>
                  <a:srgbClr val="273138"/>
                </a:solidFill>
                <a:latin typeface="Trebuchet MS"/>
                <a:cs typeface="Trebuchet MS"/>
              </a:rPr>
              <a:t> </a:t>
            </a:r>
            <a:r>
              <a:rPr dirty="0" sz="1700" spc="-10">
                <a:solidFill>
                  <a:srgbClr val="273138"/>
                </a:solidFill>
                <a:latin typeface="Trebuchet MS"/>
                <a:cs typeface="Trebuchet MS"/>
              </a:rPr>
              <a:t>character.</a:t>
            </a:r>
            <a:endParaRPr sz="17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019"/>
              </a:spcBef>
            </a:pPr>
            <a:r>
              <a:rPr dirty="0" sz="1700" spc="-10" b="1">
                <a:solidFill>
                  <a:srgbClr val="0070C0"/>
                </a:solidFill>
                <a:latin typeface="Trebuchet MS"/>
                <a:cs typeface="Trebuchet MS"/>
              </a:rPr>
              <a:t>Syntax:</a:t>
            </a:r>
            <a:endParaRPr sz="1700">
              <a:latin typeface="Trebuchet MS"/>
              <a:cs typeface="Trebuchet MS"/>
            </a:endParaRPr>
          </a:p>
          <a:p>
            <a:pPr marL="469900">
              <a:lnSpc>
                <a:spcPct val="100000"/>
              </a:lnSpc>
              <a:spcBef>
                <a:spcPts val="1019"/>
              </a:spcBef>
            </a:pPr>
            <a:r>
              <a:rPr dirty="0" sz="1700">
                <a:solidFill>
                  <a:srgbClr val="FF0000"/>
                </a:solidFill>
                <a:latin typeface="Trebuchet MS"/>
                <a:cs typeface="Trebuchet MS"/>
              </a:rPr>
              <a:t>setfill(char</a:t>
            </a:r>
            <a:r>
              <a:rPr dirty="0" sz="1700" spc="-6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dirty="0" sz="1700" spc="-25">
                <a:solidFill>
                  <a:srgbClr val="FF0000"/>
                </a:solidFill>
                <a:latin typeface="Trebuchet MS"/>
                <a:cs typeface="Trebuchet MS"/>
              </a:rPr>
              <a:t>ch)</a:t>
            </a:r>
            <a:endParaRPr sz="17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020"/>
              </a:spcBef>
            </a:pPr>
            <a:r>
              <a:rPr dirty="0" sz="1700" spc="-10" b="1">
                <a:solidFill>
                  <a:srgbClr val="0070C0"/>
                </a:solidFill>
                <a:latin typeface="Trebuchet MS"/>
                <a:cs typeface="Trebuchet MS"/>
              </a:rPr>
              <a:t>Example:</a:t>
            </a:r>
            <a:endParaRPr sz="1700">
              <a:latin typeface="Trebuchet MS"/>
              <a:cs typeface="Trebuchet MS"/>
            </a:endParaRPr>
          </a:p>
          <a:p>
            <a:pPr marL="337185" marR="8609330">
              <a:lnSpc>
                <a:spcPct val="150000"/>
              </a:lnSpc>
              <a:tabLst>
                <a:tab pos="1064260" algn="l"/>
              </a:tabLst>
            </a:pPr>
            <a:r>
              <a:rPr dirty="0" sz="1700">
                <a:solidFill>
                  <a:srgbClr val="273138"/>
                </a:solidFill>
                <a:latin typeface="Trebuchet MS"/>
                <a:cs typeface="Trebuchet MS"/>
              </a:rPr>
              <a:t>int</a:t>
            </a:r>
            <a:r>
              <a:rPr dirty="0" sz="1700" spc="-25">
                <a:solidFill>
                  <a:srgbClr val="273138"/>
                </a:solidFill>
                <a:latin typeface="Trebuchet MS"/>
                <a:cs typeface="Trebuchet MS"/>
              </a:rPr>
              <a:t> </a:t>
            </a:r>
            <a:r>
              <a:rPr dirty="0" sz="1700" spc="-20">
                <a:solidFill>
                  <a:srgbClr val="273138"/>
                </a:solidFill>
                <a:latin typeface="Trebuchet MS"/>
                <a:cs typeface="Trebuchet MS"/>
              </a:rPr>
              <a:t>a,b; </a:t>
            </a:r>
            <a:r>
              <a:rPr dirty="0" sz="1700" spc="-10">
                <a:solidFill>
                  <a:srgbClr val="273138"/>
                </a:solidFill>
                <a:latin typeface="Trebuchet MS"/>
                <a:cs typeface="Trebuchet MS"/>
              </a:rPr>
              <a:t>a=15;</a:t>
            </a:r>
            <a:r>
              <a:rPr dirty="0" sz="1700">
                <a:solidFill>
                  <a:srgbClr val="273138"/>
                </a:solidFill>
                <a:latin typeface="Trebuchet MS"/>
                <a:cs typeface="Trebuchet MS"/>
              </a:rPr>
              <a:t>	</a:t>
            </a:r>
            <a:r>
              <a:rPr dirty="0" sz="1700" spc="-10">
                <a:solidFill>
                  <a:srgbClr val="273138"/>
                </a:solidFill>
                <a:latin typeface="Trebuchet MS"/>
                <a:cs typeface="Trebuchet MS"/>
              </a:rPr>
              <a:t>b=20;</a:t>
            </a:r>
            <a:endParaRPr sz="1700">
              <a:latin typeface="Trebuchet MS"/>
              <a:cs typeface="Trebuchet MS"/>
            </a:endParaRPr>
          </a:p>
          <a:p>
            <a:pPr marL="337185">
              <a:lnSpc>
                <a:spcPct val="100000"/>
              </a:lnSpc>
              <a:spcBef>
                <a:spcPts val="1020"/>
              </a:spcBef>
            </a:pPr>
            <a:r>
              <a:rPr dirty="0" sz="1700">
                <a:solidFill>
                  <a:srgbClr val="273138"/>
                </a:solidFill>
                <a:latin typeface="Trebuchet MS"/>
                <a:cs typeface="Trebuchet MS"/>
              </a:rPr>
              <a:t>cout&lt;&lt;</a:t>
            </a:r>
            <a:r>
              <a:rPr dirty="0" sz="1700" spc="-35">
                <a:solidFill>
                  <a:srgbClr val="273138"/>
                </a:solidFill>
                <a:latin typeface="Trebuchet MS"/>
                <a:cs typeface="Trebuchet MS"/>
              </a:rPr>
              <a:t> </a:t>
            </a:r>
            <a:r>
              <a:rPr dirty="0" sz="1700">
                <a:solidFill>
                  <a:srgbClr val="273138"/>
                </a:solidFill>
                <a:latin typeface="Trebuchet MS"/>
                <a:cs typeface="Trebuchet MS"/>
              </a:rPr>
              <a:t>setfill(‘*’)</a:t>
            </a:r>
            <a:r>
              <a:rPr dirty="0" sz="1700" spc="-35">
                <a:solidFill>
                  <a:srgbClr val="273138"/>
                </a:solidFill>
                <a:latin typeface="Trebuchet MS"/>
                <a:cs typeface="Trebuchet MS"/>
              </a:rPr>
              <a:t> </a:t>
            </a:r>
            <a:r>
              <a:rPr dirty="0" sz="1700">
                <a:solidFill>
                  <a:srgbClr val="273138"/>
                </a:solidFill>
                <a:latin typeface="Trebuchet MS"/>
                <a:cs typeface="Trebuchet MS"/>
              </a:rPr>
              <a:t>&lt;&lt;</a:t>
            </a:r>
            <a:r>
              <a:rPr dirty="0" sz="1700" spc="-30">
                <a:solidFill>
                  <a:srgbClr val="273138"/>
                </a:solidFill>
                <a:latin typeface="Trebuchet MS"/>
                <a:cs typeface="Trebuchet MS"/>
              </a:rPr>
              <a:t> </a:t>
            </a:r>
            <a:r>
              <a:rPr dirty="0" sz="1700" spc="-10">
                <a:solidFill>
                  <a:srgbClr val="273138"/>
                </a:solidFill>
                <a:latin typeface="Trebuchet MS"/>
                <a:cs typeface="Trebuchet MS"/>
              </a:rPr>
              <a:t>endl;</a:t>
            </a:r>
            <a:endParaRPr sz="1700">
              <a:latin typeface="Trebuchet MS"/>
              <a:cs typeface="Trebuchet MS"/>
            </a:endParaRPr>
          </a:p>
          <a:p>
            <a:pPr marL="337185">
              <a:lnSpc>
                <a:spcPct val="100000"/>
              </a:lnSpc>
              <a:spcBef>
                <a:spcPts val="1019"/>
              </a:spcBef>
            </a:pPr>
            <a:r>
              <a:rPr dirty="0" sz="1700">
                <a:solidFill>
                  <a:srgbClr val="273138"/>
                </a:solidFill>
                <a:latin typeface="Trebuchet MS"/>
                <a:cs typeface="Trebuchet MS"/>
              </a:rPr>
              <a:t>cout</a:t>
            </a:r>
            <a:r>
              <a:rPr dirty="0" sz="1700" spc="-25">
                <a:solidFill>
                  <a:srgbClr val="273138"/>
                </a:solidFill>
                <a:latin typeface="Trebuchet MS"/>
                <a:cs typeface="Trebuchet MS"/>
              </a:rPr>
              <a:t> </a:t>
            </a:r>
            <a:r>
              <a:rPr dirty="0" sz="1700">
                <a:solidFill>
                  <a:srgbClr val="273138"/>
                </a:solidFill>
                <a:latin typeface="Trebuchet MS"/>
                <a:cs typeface="Trebuchet MS"/>
              </a:rPr>
              <a:t>&lt;&lt;</a:t>
            </a:r>
            <a:r>
              <a:rPr dirty="0" sz="1700" spc="-15">
                <a:solidFill>
                  <a:srgbClr val="273138"/>
                </a:solidFill>
                <a:latin typeface="Trebuchet MS"/>
                <a:cs typeface="Trebuchet MS"/>
              </a:rPr>
              <a:t> </a:t>
            </a:r>
            <a:r>
              <a:rPr dirty="0" sz="1700">
                <a:solidFill>
                  <a:srgbClr val="273138"/>
                </a:solidFill>
                <a:latin typeface="Trebuchet MS"/>
                <a:cs typeface="Trebuchet MS"/>
              </a:rPr>
              <a:t>setw(5)</a:t>
            </a:r>
            <a:r>
              <a:rPr dirty="0" sz="1700" spc="-15">
                <a:solidFill>
                  <a:srgbClr val="273138"/>
                </a:solidFill>
                <a:latin typeface="Trebuchet MS"/>
                <a:cs typeface="Trebuchet MS"/>
              </a:rPr>
              <a:t> </a:t>
            </a:r>
            <a:r>
              <a:rPr dirty="0" sz="1700">
                <a:solidFill>
                  <a:srgbClr val="273138"/>
                </a:solidFill>
                <a:latin typeface="Trebuchet MS"/>
                <a:cs typeface="Trebuchet MS"/>
              </a:rPr>
              <a:t>&lt;&lt;</a:t>
            </a:r>
            <a:r>
              <a:rPr dirty="0" sz="1700" spc="-15">
                <a:solidFill>
                  <a:srgbClr val="273138"/>
                </a:solidFill>
                <a:latin typeface="Trebuchet MS"/>
                <a:cs typeface="Trebuchet MS"/>
              </a:rPr>
              <a:t> </a:t>
            </a:r>
            <a:r>
              <a:rPr dirty="0" sz="1700">
                <a:solidFill>
                  <a:srgbClr val="273138"/>
                </a:solidFill>
                <a:latin typeface="Trebuchet MS"/>
                <a:cs typeface="Trebuchet MS"/>
              </a:rPr>
              <a:t>a</a:t>
            </a:r>
            <a:r>
              <a:rPr dirty="0" sz="1700" spc="-15">
                <a:solidFill>
                  <a:srgbClr val="273138"/>
                </a:solidFill>
                <a:latin typeface="Trebuchet MS"/>
                <a:cs typeface="Trebuchet MS"/>
              </a:rPr>
              <a:t> </a:t>
            </a:r>
            <a:r>
              <a:rPr dirty="0" sz="1700">
                <a:solidFill>
                  <a:srgbClr val="273138"/>
                </a:solidFill>
                <a:latin typeface="Trebuchet MS"/>
                <a:cs typeface="Trebuchet MS"/>
              </a:rPr>
              <a:t>&lt;&lt;</a:t>
            </a:r>
            <a:r>
              <a:rPr dirty="0" sz="1700" spc="-15">
                <a:solidFill>
                  <a:srgbClr val="273138"/>
                </a:solidFill>
                <a:latin typeface="Trebuchet MS"/>
                <a:cs typeface="Trebuchet MS"/>
              </a:rPr>
              <a:t> </a:t>
            </a:r>
            <a:r>
              <a:rPr dirty="0" sz="1700">
                <a:solidFill>
                  <a:srgbClr val="273138"/>
                </a:solidFill>
                <a:latin typeface="Trebuchet MS"/>
                <a:cs typeface="Trebuchet MS"/>
              </a:rPr>
              <a:t>setw(5)</a:t>
            </a:r>
            <a:r>
              <a:rPr dirty="0" sz="1700" spc="-15">
                <a:solidFill>
                  <a:srgbClr val="273138"/>
                </a:solidFill>
                <a:latin typeface="Trebuchet MS"/>
                <a:cs typeface="Trebuchet MS"/>
              </a:rPr>
              <a:t> </a:t>
            </a:r>
            <a:r>
              <a:rPr dirty="0" sz="1700">
                <a:solidFill>
                  <a:srgbClr val="273138"/>
                </a:solidFill>
                <a:latin typeface="Trebuchet MS"/>
                <a:cs typeface="Trebuchet MS"/>
              </a:rPr>
              <a:t>&lt;&lt;</a:t>
            </a:r>
            <a:r>
              <a:rPr dirty="0" sz="1700" spc="-15">
                <a:solidFill>
                  <a:srgbClr val="273138"/>
                </a:solidFill>
                <a:latin typeface="Trebuchet MS"/>
                <a:cs typeface="Trebuchet MS"/>
              </a:rPr>
              <a:t> </a:t>
            </a:r>
            <a:r>
              <a:rPr dirty="0" sz="1700">
                <a:solidFill>
                  <a:srgbClr val="273138"/>
                </a:solidFill>
                <a:latin typeface="Trebuchet MS"/>
                <a:cs typeface="Trebuchet MS"/>
              </a:rPr>
              <a:t>a</a:t>
            </a:r>
            <a:r>
              <a:rPr dirty="0" sz="1700" spc="-15">
                <a:solidFill>
                  <a:srgbClr val="273138"/>
                </a:solidFill>
                <a:latin typeface="Trebuchet MS"/>
                <a:cs typeface="Trebuchet MS"/>
              </a:rPr>
              <a:t> </a:t>
            </a:r>
            <a:r>
              <a:rPr dirty="0" sz="1700">
                <a:solidFill>
                  <a:srgbClr val="273138"/>
                </a:solidFill>
                <a:latin typeface="Trebuchet MS"/>
                <a:cs typeface="Trebuchet MS"/>
              </a:rPr>
              <a:t>&lt;&lt;</a:t>
            </a:r>
            <a:r>
              <a:rPr dirty="0" sz="1700" spc="-15">
                <a:solidFill>
                  <a:srgbClr val="273138"/>
                </a:solidFill>
                <a:latin typeface="Trebuchet MS"/>
                <a:cs typeface="Trebuchet MS"/>
              </a:rPr>
              <a:t> </a:t>
            </a:r>
            <a:r>
              <a:rPr dirty="0" sz="1700" spc="-10">
                <a:solidFill>
                  <a:srgbClr val="273138"/>
                </a:solidFill>
                <a:latin typeface="Trebuchet MS"/>
                <a:cs typeface="Trebuchet MS"/>
              </a:rPr>
              <a:t>endl;</a:t>
            </a:r>
            <a:endParaRPr sz="17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84299" rIns="0" bIns="0" rtlCol="0" vert="horz">
            <a:spAutoFit/>
          </a:bodyPr>
          <a:lstStyle/>
          <a:p>
            <a:pPr marL="51435">
              <a:lnSpc>
                <a:spcPct val="100000"/>
              </a:lnSpc>
              <a:spcBef>
                <a:spcPts val="100"/>
              </a:spcBef>
            </a:pPr>
            <a:r>
              <a:rPr dirty="0" sz="2800">
                <a:latin typeface="Trebuchet MS"/>
                <a:cs typeface="Trebuchet MS"/>
              </a:rPr>
              <a:t>Manipulators</a:t>
            </a:r>
            <a:r>
              <a:rPr dirty="0" sz="2800" spc="-45">
                <a:latin typeface="Trebuchet MS"/>
                <a:cs typeface="Trebuchet MS"/>
              </a:rPr>
              <a:t> </a:t>
            </a:r>
            <a:r>
              <a:rPr dirty="0" sz="2800">
                <a:latin typeface="Trebuchet MS"/>
                <a:cs typeface="Trebuchet MS"/>
              </a:rPr>
              <a:t>in</a:t>
            </a:r>
            <a:r>
              <a:rPr dirty="0" sz="2800" spc="-35">
                <a:latin typeface="Trebuchet MS"/>
                <a:cs typeface="Trebuchet MS"/>
              </a:rPr>
              <a:t> </a:t>
            </a:r>
            <a:r>
              <a:rPr dirty="0" sz="2800" spc="-25">
                <a:latin typeface="Trebuchet MS"/>
                <a:cs typeface="Trebuchet MS"/>
              </a:rPr>
              <a:t>C++</a:t>
            </a:r>
            <a:endParaRPr sz="2800">
              <a:latin typeface="Trebuchet MS"/>
              <a:cs typeface="Trebuchet MS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680249" y="1819820"/>
            <a:ext cx="10081260" cy="3317240"/>
          </a:xfrm>
          <a:prstGeom prst="rect">
            <a:avLst/>
          </a:prstGeom>
        </p:spPr>
        <p:txBody>
          <a:bodyPr wrap="square" lIns="0" tIns="1498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80"/>
              </a:spcBef>
            </a:pPr>
            <a:r>
              <a:rPr dirty="0" sz="1800" spc="-10" b="1">
                <a:solidFill>
                  <a:srgbClr val="0070C0"/>
                </a:solidFill>
                <a:latin typeface="Trebuchet MS"/>
                <a:cs typeface="Trebuchet MS"/>
              </a:rPr>
              <a:t>setprecision</a:t>
            </a:r>
            <a:endParaRPr sz="1800">
              <a:latin typeface="Trebuchet MS"/>
              <a:cs typeface="Trebuchet MS"/>
            </a:endParaRPr>
          </a:p>
          <a:p>
            <a:pPr marL="298450" marR="5080" indent="-252095">
              <a:lnSpc>
                <a:spcPct val="150000"/>
              </a:lnSpc>
              <a:buClr>
                <a:srgbClr val="000000"/>
              </a:buClr>
              <a:buFont typeface="Arial MT"/>
              <a:buChar char="•"/>
              <a:tabLst>
                <a:tab pos="298450" algn="l"/>
              </a:tabLst>
            </a:pPr>
            <a:r>
              <a:rPr dirty="0" sz="1800">
                <a:solidFill>
                  <a:srgbClr val="273138"/>
                </a:solidFill>
                <a:latin typeface="Trebuchet MS"/>
                <a:cs typeface="Trebuchet MS"/>
              </a:rPr>
              <a:t>It</a:t>
            </a:r>
            <a:r>
              <a:rPr dirty="0" sz="1800" spc="-40">
                <a:solidFill>
                  <a:srgbClr val="273138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273138"/>
                </a:solidFill>
                <a:latin typeface="Trebuchet MS"/>
                <a:cs typeface="Trebuchet MS"/>
              </a:rPr>
              <a:t>is</a:t>
            </a:r>
            <a:r>
              <a:rPr dirty="0" sz="1800" spc="-40">
                <a:solidFill>
                  <a:srgbClr val="273138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273138"/>
                </a:solidFill>
                <a:latin typeface="Trebuchet MS"/>
                <a:cs typeface="Trebuchet MS"/>
              </a:rPr>
              <a:t>an</a:t>
            </a:r>
            <a:r>
              <a:rPr dirty="0" sz="1800" spc="-40">
                <a:solidFill>
                  <a:srgbClr val="273138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273138"/>
                </a:solidFill>
                <a:latin typeface="Trebuchet MS"/>
                <a:cs typeface="Trebuchet MS"/>
              </a:rPr>
              <a:t>output</a:t>
            </a:r>
            <a:r>
              <a:rPr dirty="0" sz="1800" spc="-35">
                <a:solidFill>
                  <a:srgbClr val="273138"/>
                </a:solidFill>
                <a:latin typeface="Trebuchet MS"/>
                <a:cs typeface="Trebuchet MS"/>
              </a:rPr>
              <a:t> </a:t>
            </a:r>
            <a:r>
              <a:rPr dirty="0" sz="1800" spc="-10">
                <a:solidFill>
                  <a:srgbClr val="273138"/>
                </a:solidFill>
                <a:latin typeface="Trebuchet MS"/>
                <a:cs typeface="Trebuchet MS"/>
              </a:rPr>
              <a:t>manipulator</a:t>
            </a:r>
            <a:r>
              <a:rPr dirty="0" sz="1800" spc="-40">
                <a:solidFill>
                  <a:srgbClr val="273138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273138"/>
                </a:solidFill>
                <a:latin typeface="Trebuchet MS"/>
                <a:cs typeface="Trebuchet MS"/>
              </a:rPr>
              <a:t>that</a:t>
            </a:r>
            <a:r>
              <a:rPr dirty="0" sz="1800" spc="-40">
                <a:solidFill>
                  <a:srgbClr val="273138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273138"/>
                </a:solidFill>
                <a:latin typeface="Trebuchet MS"/>
                <a:cs typeface="Trebuchet MS"/>
              </a:rPr>
              <a:t>controls</a:t>
            </a:r>
            <a:r>
              <a:rPr dirty="0" sz="1800" spc="-35">
                <a:solidFill>
                  <a:srgbClr val="273138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273138"/>
                </a:solidFill>
                <a:latin typeface="Trebuchet MS"/>
                <a:cs typeface="Trebuchet MS"/>
              </a:rPr>
              <a:t>the</a:t>
            </a:r>
            <a:r>
              <a:rPr dirty="0" sz="1800" spc="-40">
                <a:solidFill>
                  <a:srgbClr val="273138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273138"/>
                </a:solidFill>
                <a:latin typeface="Trebuchet MS"/>
                <a:cs typeface="Trebuchet MS"/>
              </a:rPr>
              <a:t>number</a:t>
            </a:r>
            <a:r>
              <a:rPr dirty="0" sz="1800" spc="-40">
                <a:solidFill>
                  <a:srgbClr val="273138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273138"/>
                </a:solidFill>
                <a:latin typeface="Trebuchet MS"/>
                <a:cs typeface="Trebuchet MS"/>
              </a:rPr>
              <a:t>of</a:t>
            </a:r>
            <a:r>
              <a:rPr dirty="0" sz="1800" spc="-40">
                <a:solidFill>
                  <a:srgbClr val="273138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273138"/>
                </a:solidFill>
                <a:latin typeface="Trebuchet MS"/>
                <a:cs typeface="Trebuchet MS"/>
              </a:rPr>
              <a:t>digits</a:t>
            </a:r>
            <a:r>
              <a:rPr dirty="0" sz="1800" spc="-35">
                <a:solidFill>
                  <a:srgbClr val="273138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273138"/>
                </a:solidFill>
                <a:latin typeface="Trebuchet MS"/>
                <a:cs typeface="Trebuchet MS"/>
              </a:rPr>
              <a:t>to</a:t>
            </a:r>
            <a:r>
              <a:rPr dirty="0" sz="1800" spc="-40">
                <a:solidFill>
                  <a:srgbClr val="273138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273138"/>
                </a:solidFill>
                <a:latin typeface="Trebuchet MS"/>
                <a:cs typeface="Trebuchet MS"/>
              </a:rPr>
              <a:t>display</a:t>
            </a:r>
            <a:r>
              <a:rPr dirty="0" sz="1800" spc="-40">
                <a:solidFill>
                  <a:srgbClr val="273138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273138"/>
                </a:solidFill>
                <a:latin typeface="Trebuchet MS"/>
                <a:cs typeface="Trebuchet MS"/>
              </a:rPr>
              <a:t>after</a:t>
            </a:r>
            <a:r>
              <a:rPr dirty="0" sz="1800" spc="-35">
                <a:solidFill>
                  <a:srgbClr val="273138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273138"/>
                </a:solidFill>
                <a:latin typeface="Trebuchet MS"/>
                <a:cs typeface="Trebuchet MS"/>
              </a:rPr>
              <a:t>the</a:t>
            </a:r>
            <a:r>
              <a:rPr dirty="0" sz="1800" spc="-40">
                <a:solidFill>
                  <a:srgbClr val="273138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273138"/>
                </a:solidFill>
                <a:latin typeface="Trebuchet MS"/>
                <a:cs typeface="Trebuchet MS"/>
              </a:rPr>
              <a:t>decimal</a:t>
            </a:r>
            <a:r>
              <a:rPr dirty="0" sz="1800" spc="-40">
                <a:solidFill>
                  <a:srgbClr val="273138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273138"/>
                </a:solidFill>
                <a:latin typeface="Trebuchet MS"/>
                <a:cs typeface="Trebuchet MS"/>
              </a:rPr>
              <a:t>for</a:t>
            </a:r>
            <a:r>
              <a:rPr dirty="0" sz="1800" spc="-35">
                <a:solidFill>
                  <a:srgbClr val="273138"/>
                </a:solidFill>
                <a:latin typeface="Trebuchet MS"/>
                <a:cs typeface="Trebuchet MS"/>
              </a:rPr>
              <a:t> </a:t>
            </a:r>
            <a:r>
              <a:rPr dirty="0" sz="1800" spc="-50">
                <a:solidFill>
                  <a:srgbClr val="273138"/>
                </a:solidFill>
                <a:latin typeface="Trebuchet MS"/>
                <a:cs typeface="Trebuchet MS"/>
              </a:rPr>
              <a:t>a </a:t>
            </a:r>
            <a:r>
              <a:rPr dirty="0" sz="1800">
                <a:solidFill>
                  <a:srgbClr val="273138"/>
                </a:solidFill>
                <a:latin typeface="Trebuchet MS"/>
                <a:cs typeface="Trebuchet MS"/>
              </a:rPr>
              <a:t>floating</a:t>
            </a:r>
            <a:r>
              <a:rPr dirty="0" sz="1800" spc="-35">
                <a:solidFill>
                  <a:srgbClr val="273138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273138"/>
                </a:solidFill>
                <a:latin typeface="Trebuchet MS"/>
                <a:cs typeface="Trebuchet MS"/>
              </a:rPr>
              <a:t>point</a:t>
            </a:r>
            <a:r>
              <a:rPr dirty="0" sz="1800" spc="-30">
                <a:solidFill>
                  <a:srgbClr val="273138"/>
                </a:solidFill>
                <a:latin typeface="Trebuchet MS"/>
                <a:cs typeface="Trebuchet MS"/>
              </a:rPr>
              <a:t> </a:t>
            </a:r>
            <a:r>
              <a:rPr dirty="0" sz="1800" spc="-10">
                <a:solidFill>
                  <a:srgbClr val="273138"/>
                </a:solidFill>
                <a:latin typeface="Trebuchet MS"/>
                <a:cs typeface="Trebuchet MS"/>
              </a:rPr>
              <a:t>integer.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080"/>
              </a:spcBef>
            </a:pPr>
            <a:r>
              <a:rPr dirty="0" sz="1800" spc="-10" b="1">
                <a:solidFill>
                  <a:srgbClr val="0070C0"/>
                </a:solidFill>
                <a:latin typeface="Trebuchet MS"/>
                <a:cs typeface="Trebuchet MS"/>
              </a:rPr>
              <a:t>Syntax:</a:t>
            </a:r>
            <a:endParaRPr sz="1800">
              <a:latin typeface="Trebuchet MS"/>
              <a:cs typeface="Trebuchet MS"/>
            </a:endParaRPr>
          </a:p>
          <a:p>
            <a:pPr marL="469900">
              <a:lnSpc>
                <a:spcPct val="100000"/>
              </a:lnSpc>
              <a:spcBef>
                <a:spcPts val="1080"/>
              </a:spcBef>
            </a:pPr>
            <a:r>
              <a:rPr dirty="0" sz="1800">
                <a:solidFill>
                  <a:srgbClr val="FF0000"/>
                </a:solidFill>
                <a:latin typeface="Trebuchet MS"/>
                <a:cs typeface="Trebuchet MS"/>
              </a:rPr>
              <a:t>setprecision</a:t>
            </a:r>
            <a:r>
              <a:rPr dirty="0" sz="1800" spc="-55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FF0000"/>
                </a:solidFill>
                <a:latin typeface="Trebuchet MS"/>
                <a:cs typeface="Trebuchet MS"/>
              </a:rPr>
              <a:t>(int</a:t>
            </a:r>
            <a:r>
              <a:rPr dirty="0" sz="1800" spc="-55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dirty="0" sz="1800" spc="-25">
                <a:solidFill>
                  <a:srgbClr val="FF0000"/>
                </a:solidFill>
                <a:latin typeface="Trebuchet MS"/>
                <a:cs typeface="Trebuchet MS"/>
              </a:rPr>
              <a:t>p)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080"/>
              </a:spcBef>
            </a:pPr>
            <a:r>
              <a:rPr dirty="0" sz="1800" spc="-10" b="1">
                <a:solidFill>
                  <a:srgbClr val="0070C0"/>
                </a:solidFill>
                <a:latin typeface="Trebuchet MS"/>
                <a:cs typeface="Trebuchet MS"/>
              </a:rPr>
              <a:t>Example:</a:t>
            </a:r>
            <a:endParaRPr sz="1800">
              <a:latin typeface="Trebuchet MS"/>
              <a:cs typeface="Trebuchet MS"/>
            </a:endParaRPr>
          </a:p>
          <a:p>
            <a:pPr marL="975994">
              <a:lnSpc>
                <a:spcPct val="100000"/>
              </a:lnSpc>
              <a:spcBef>
                <a:spcPts val="1080"/>
              </a:spcBef>
            </a:pPr>
            <a:r>
              <a:rPr dirty="0" sz="1800">
                <a:solidFill>
                  <a:srgbClr val="273138"/>
                </a:solidFill>
                <a:latin typeface="Trebuchet MS"/>
                <a:cs typeface="Trebuchet MS"/>
              </a:rPr>
              <a:t>float</a:t>
            </a:r>
            <a:r>
              <a:rPr dirty="0" sz="1800" spc="-120">
                <a:solidFill>
                  <a:srgbClr val="273138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273138"/>
                </a:solidFill>
                <a:latin typeface="Trebuchet MS"/>
                <a:cs typeface="Trebuchet MS"/>
              </a:rPr>
              <a:t>A</a:t>
            </a:r>
            <a:r>
              <a:rPr dirty="0" sz="1800" spc="-114">
                <a:solidFill>
                  <a:srgbClr val="273138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273138"/>
                </a:solidFill>
                <a:latin typeface="Trebuchet MS"/>
                <a:cs typeface="Trebuchet MS"/>
              </a:rPr>
              <a:t>=</a:t>
            </a:r>
            <a:r>
              <a:rPr dirty="0" sz="1800" spc="-25">
                <a:solidFill>
                  <a:srgbClr val="273138"/>
                </a:solidFill>
                <a:latin typeface="Trebuchet MS"/>
                <a:cs typeface="Trebuchet MS"/>
              </a:rPr>
              <a:t> </a:t>
            </a:r>
            <a:r>
              <a:rPr dirty="0" sz="1800" spc="-10">
                <a:solidFill>
                  <a:srgbClr val="273138"/>
                </a:solidFill>
                <a:latin typeface="Trebuchet MS"/>
                <a:cs typeface="Trebuchet MS"/>
              </a:rPr>
              <a:t>1.34255;</a:t>
            </a:r>
            <a:endParaRPr sz="1800">
              <a:latin typeface="Trebuchet MS"/>
              <a:cs typeface="Trebuchet MS"/>
            </a:endParaRPr>
          </a:p>
          <a:p>
            <a:pPr marL="975994">
              <a:lnSpc>
                <a:spcPct val="100000"/>
              </a:lnSpc>
              <a:spcBef>
                <a:spcPts val="1080"/>
              </a:spcBef>
            </a:pPr>
            <a:r>
              <a:rPr dirty="0" sz="1800">
                <a:solidFill>
                  <a:srgbClr val="273138"/>
                </a:solidFill>
                <a:latin typeface="Trebuchet MS"/>
                <a:cs typeface="Trebuchet MS"/>
              </a:rPr>
              <a:t>cout</a:t>
            </a:r>
            <a:r>
              <a:rPr dirty="0" sz="1800" spc="-55">
                <a:solidFill>
                  <a:srgbClr val="273138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273138"/>
                </a:solidFill>
                <a:latin typeface="Trebuchet MS"/>
                <a:cs typeface="Trebuchet MS"/>
              </a:rPr>
              <a:t>&lt;&lt;fixed&lt;&lt;</a:t>
            </a:r>
            <a:r>
              <a:rPr dirty="0" sz="1800" spc="-50">
                <a:solidFill>
                  <a:srgbClr val="273138"/>
                </a:solidFill>
                <a:latin typeface="Trebuchet MS"/>
                <a:cs typeface="Trebuchet MS"/>
              </a:rPr>
              <a:t> </a:t>
            </a:r>
            <a:r>
              <a:rPr dirty="0" sz="1800" spc="-10">
                <a:solidFill>
                  <a:srgbClr val="273138"/>
                </a:solidFill>
                <a:latin typeface="Trebuchet MS"/>
                <a:cs typeface="Trebuchet MS"/>
              </a:rPr>
              <a:t>setprecision(3)</a:t>
            </a:r>
            <a:r>
              <a:rPr dirty="0" sz="1800" spc="-45">
                <a:solidFill>
                  <a:srgbClr val="273138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273138"/>
                </a:solidFill>
                <a:latin typeface="Trebuchet MS"/>
                <a:cs typeface="Trebuchet MS"/>
              </a:rPr>
              <a:t>&lt;&lt;</a:t>
            </a:r>
            <a:r>
              <a:rPr dirty="0" sz="1800" spc="-135">
                <a:solidFill>
                  <a:srgbClr val="273138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273138"/>
                </a:solidFill>
                <a:latin typeface="Trebuchet MS"/>
                <a:cs typeface="Trebuchet MS"/>
              </a:rPr>
              <a:t>A</a:t>
            </a:r>
            <a:r>
              <a:rPr dirty="0" sz="1800" spc="-135">
                <a:solidFill>
                  <a:srgbClr val="273138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273138"/>
                </a:solidFill>
                <a:latin typeface="Trebuchet MS"/>
                <a:cs typeface="Trebuchet MS"/>
              </a:rPr>
              <a:t>&lt;&lt;</a:t>
            </a:r>
            <a:r>
              <a:rPr dirty="0" sz="1800" spc="-45">
                <a:solidFill>
                  <a:srgbClr val="273138"/>
                </a:solidFill>
                <a:latin typeface="Trebuchet MS"/>
                <a:cs typeface="Trebuchet MS"/>
              </a:rPr>
              <a:t> </a:t>
            </a:r>
            <a:r>
              <a:rPr dirty="0" sz="1800" spc="-10">
                <a:solidFill>
                  <a:srgbClr val="273138"/>
                </a:solidFill>
                <a:latin typeface="Trebuchet MS"/>
                <a:cs typeface="Trebuchet MS"/>
              </a:rPr>
              <a:t>endl;</a:t>
            </a:r>
            <a:endParaRPr sz="1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84299" rIns="0" bIns="0" rtlCol="0" vert="horz">
            <a:spAutoFit/>
          </a:bodyPr>
          <a:lstStyle/>
          <a:p>
            <a:pPr marL="51435">
              <a:lnSpc>
                <a:spcPct val="100000"/>
              </a:lnSpc>
              <a:spcBef>
                <a:spcPts val="100"/>
              </a:spcBef>
            </a:pPr>
            <a:r>
              <a:rPr dirty="0" sz="2800">
                <a:latin typeface="Trebuchet MS"/>
                <a:cs typeface="Trebuchet MS"/>
              </a:rPr>
              <a:t>Manipulators</a:t>
            </a:r>
            <a:r>
              <a:rPr dirty="0" sz="2800" spc="-45">
                <a:latin typeface="Trebuchet MS"/>
                <a:cs typeface="Trebuchet MS"/>
              </a:rPr>
              <a:t> </a:t>
            </a:r>
            <a:r>
              <a:rPr dirty="0" sz="2800">
                <a:latin typeface="Trebuchet MS"/>
                <a:cs typeface="Trebuchet MS"/>
              </a:rPr>
              <a:t>in</a:t>
            </a:r>
            <a:r>
              <a:rPr dirty="0" sz="2800" spc="-35">
                <a:latin typeface="Trebuchet MS"/>
                <a:cs typeface="Trebuchet MS"/>
              </a:rPr>
              <a:t> </a:t>
            </a:r>
            <a:r>
              <a:rPr dirty="0" sz="2800" spc="-25">
                <a:latin typeface="Trebuchet MS"/>
                <a:cs typeface="Trebuchet MS"/>
              </a:rPr>
              <a:t>C++</a:t>
            </a:r>
            <a:endParaRPr sz="2800">
              <a:latin typeface="Trebuchet MS"/>
              <a:cs typeface="Trebuchet MS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680249" y="1819820"/>
            <a:ext cx="9258300" cy="2494280"/>
          </a:xfrm>
          <a:prstGeom prst="rect">
            <a:avLst/>
          </a:prstGeom>
        </p:spPr>
        <p:txBody>
          <a:bodyPr wrap="square" lIns="0" tIns="1498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80"/>
              </a:spcBef>
            </a:pPr>
            <a:r>
              <a:rPr dirty="0" sz="1800" spc="-10" b="1">
                <a:solidFill>
                  <a:srgbClr val="0070C0"/>
                </a:solidFill>
                <a:latin typeface="Trebuchet MS"/>
                <a:cs typeface="Trebuchet MS"/>
              </a:rPr>
              <a:t>setbase()</a:t>
            </a:r>
            <a:endParaRPr sz="1800">
              <a:latin typeface="Trebuchet MS"/>
              <a:cs typeface="Trebuchet MS"/>
            </a:endParaRPr>
          </a:p>
          <a:p>
            <a:pPr marL="297815" indent="-251460">
              <a:lnSpc>
                <a:spcPct val="100000"/>
              </a:lnSpc>
              <a:spcBef>
                <a:spcPts val="1080"/>
              </a:spcBef>
              <a:buClr>
                <a:srgbClr val="000000"/>
              </a:buClr>
              <a:buFont typeface="Arial MT"/>
              <a:buChar char="•"/>
              <a:tabLst>
                <a:tab pos="297815" algn="l"/>
              </a:tabLst>
            </a:pPr>
            <a:r>
              <a:rPr dirty="0" sz="1800">
                <a:solidFill>
                  <a:srgbClr val="273138"/>
                </a:solidFill>
                <a:latin typeface="Trebuchet MS"/>
                <a:cs typeface="Trebuchet MS"/>
              </a:rPr>
              <a:t>The</a:t>
            </a:r>
            <a:r>
              <a:rPr dirty="0" sz="1800" spc="-50">
                <a:solidFill>
                  <a:srgbClr val="273138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273138"/>
                </a:solidFill>
                <a:latin typeface="Trebuchet MS"/>
                <a:cs typeface="Trebuchet MS"/>
              </a:rPr>
              <a:t>setbase()</a:t>
            </a:r>
            <a:r>
              <a:rPr dirty="0" sz="1800" spc="-50">
                <a:solidFill>
                  <a:srgbClr val="273138"/>
                </a:solidFill>
                <a:latin typeface="Trebuchet MS"/>
                <a:cs typeface="Trebuchet MS"/>
              </a:rPr>
              <a:t> </a:t>
            </a:r>
            <a:r>
              <a:rPr dirty="0" sz="1800" spc="-10">
                <a:solidFill>
                  <a:srgbClr val="273138"/>
                </a:solidFill>
                <a:latin typeface="Trebuchet MS"/>
                <a:cs typeface="Trebuchet MS"/>
              </a:rPr>
              <a:t>manipulator</a:t>
            </a:r>
            <a:r>
              <a:rPr dirty="0" sz="1800" spc="-50">
                <a:solidFill>
                  <a:srgbClr val="273138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273138"/>
                </a:solidFill>
                <a:latin typeface="Trebuchet MS"/>
                <a:cs typeface="Trebuchet MS"/>
              </a:rPr>
              <a:t>is</a:t>
            </a:r>
            <a:r>
              <a:rPr dirty="0" sz="1800" spc="-45">
                <a:solidFill>
                  <a:srgbClr val="273138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273138"/>
                </a:solidFill>
                <a:latin typeface="Trebuchet MS"/>
                <a:cs typeface="Trebuchet MS"/>
              </a:rPr>
              <a:t>used</a:t>
            </a:r>
            <a:r>
              <a:rPr dirty="0" sz="1800" spc="-50">
                <a:solidFill>
                  <a:srgbClr val="273138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273138"/>
                </a:solidFill>
                <a:latin typeface="Trebuchet MS"/>
                <a:cs typeface="Trebuchet MS"/>
              </a:rPr>
              <a:t>to</a:t>
            </a:r>
            <a:r>
              <a:rPr dirty="0" sz="1800" spc="-50">
                <a:solidFill>
                  <a:srgbClr val="273138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273138"/>
                </a:solidFill>
                <a:latin typeface="Trebuchet MS"/>
                <a:cs typeface="Trebuchet MS"/>
              </a:rPr>
              <a:t>change</a:t>
            </a:r>
            <a:r>
              <a:rPr dirty="0" sz="1800" spc="-45">
                <a:solidFill>
                  <a:srgbClr val="273138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273138"/>
                </a:solidFill>
                <a:latin typeface="Trebuchet MS"/>
                <a:cs typeface="Trebuchet MS"/>
              </a:rPr>
              <a:t>the</a:t>
            </a:r>
            <a:r>
              <a:rPr dirty="0" sz="1800" spc="-50">
                <a:solidFill>
                  <a:srgbClr val="273138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273138"/>
                </a:solidFill>
                <a:latin typeface="Trebuchet MS"/>
                <a:cs typeface="Trebuchet MS"/>
              </a:rPr>
              <a:t>base</a:t>
            </a:r>
            <a:r>
              <a:rPr dirty="0" sz="1800" spc="-50">
                <a:solidFill>
                  <a:srgbClr val="273138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273138"/>
                </a:solidFill>
                <a:latin typeface="Trebuchet MS"/>
                <a:cs typeface="Trebuchet MS"/>
              </a:rPr>
              <a:t>of</a:t>
            </a:r>
            <a:r>
              <a:rPr dirty="0" sz="1800" spc="-45">
                <a:solidFill>
                  <a:srgbClr val="273138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273138"/>
                </a:solidFill>
                <a:latin typeface="Trebuchet MS"/>
                <a:cs typeface="Trebuchet MS"/>
              </a:rPr>
              <a:t>a</a:t>
            </a:r>
            <a:r>
              <a:rPr dirty="0" sz="1800" spc="-50">
                <a:solidFill>
                  <a:srgbClr val="273138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273138"/>
                </a:solidFill>
                <a:latin typeface="Trebuchet MS"/>
                <a:cs typeface="Trebuchet MS"/>
              </a:rPr>
              <a:t>number</a:t>
            </a:r>
            <a:r>
              <a:rPr dirty="0" sz="1800" spc="-50">
                <a:solidFill>
                  <a:srgbClr val="273138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273138"/>
                </a:solidFill>
                <a:latin typeface="Trebuchet MS"/>
                <a:cs typeface="Trebuchet MS"/>
              </a:rPr>
              <a:t>to</a:t>
            </a:r>
            <a:r>
              <a:rPr dirty="0" sz="1800" spc="-50">
                <a:solidFill>
                  <a:srgbClr val="273138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273138"/>
                </a:solidFill>
                <a:latin typeface="Trebuchet MS"/>
                <a:cs typeface="Trebuchet MS"/>
              </a:rPr>
              <a:t>a</a:t>
            </a:r>
            <a:r>
              <a:rPr dirty="0" sz="1800" spc="-45">
                <a:solidFill>
                  <a:srgbClr val="273138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273138"/>
                </a:solidFill>
                <a:latin typeface="Trebuchet MS"/>
                <a:cs typeface="Trebuchet MS"/>
              </a:rPr>
              <a:t>different</a:t>
            </a:r>
            <a:r>
              <a:rPr dirty="0" sz="1800" spc="-50">
                <a:solidFill>
                  <a:srgbClr val="273138"/>
                </a:solidFill>
                <a:latin typeface="Trebuchet MS"/>
                <a:cs typeface="Trebuchet MS"/>
              </a:rPr>
              <a:t> </a:t>
            </a:r>
            <a:r>
              <a:rPr dirty="0" sz="1800" spc="-10">
                <a:solidFill>
                  <a:srgbClr val="273138"/>
                </a:solidFill>
                <a:latin typeface="Trebuchet MS"/>
                <a:cs typeface="Trebuchet MS"/>
              </a:rPr>
              <a:t>value.</a:t>
            </a:r>
            <a:endParaRPr sz="1800">
              <a:latin typeface="Trebuchet MS"/>
              <a:cs typeface="Trebuchet MS"/>
            </a:endParaRPr>
          </a:p>
          <a:p>
            <a:pPr marL="298450" marR="2597150" indent="-252095">
              <a:lnSpc>
                <a:spcPct val="150000"/>
              </a:lnSpc>
              <a:buClr>
                <a:srgbClr val="000000"/>
              </a:buClr>
              <a:buFont typeface="Arial MT"/>
              <a:buChar char="•"/>
              <a:tabLst>
                <a:tab pos="298450" algn="l"/>
              </a:tabLst>
            </a:pPr>
            <a:r>
              <a:rPr dirty="0" sz="1800">
                <a:solidFill>
                  <a:srgbClr val="273138"/>
                </a:solidFill>
                <a:latin typeface="Trebuchet MS"/>
                <a:cs typeface="Trebuchet MS"/>
              </a:rPr>
              <a:t>The</a:t>
            </a:r>
            <a:r>
              <a:rPr dirty="0" sz="1800" spc="-50">
                <a:solidFill>
                  <a:srgbClr val="273138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273138"/>
                </a:solidFill>
                <a:latin typeface="Trebuchet MS"/>
                <a:cs typeface="Trebuchet MS"/>
              </a:rPr>
              <a:t>following</a:t>
            </a:r>
            <a:r>
              <a:rPr dirty="0" sz="1800" spc="-45">
                <a:solidFill>
                  <a:srgbClr val="273138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273138"/>
                </a:solidFill>
                <a:latin typeface="Trebuchet MS"/>
                <a:cs typeface="Trebuchet MS"/>
              </a:rPr>
              <a:t>base</a:t>
            </a:r>
            <a:r>
              <a:rPr dirty="0" sz="1800" spc="-45">
                <a:solidFill>
                  <a:srgbClr val="273138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273138"/>
                </a:solidFill>
                <a:latin typeface="Trebuchet MS"/>
                <a:cs typeface="Trebuchet MS"/>
              </a:rPr>
              <a:t>values</a:t>
            </a:r>
            <a:r>
              <a:rPr dirty="0" sz="1800" spc="-45">
                <a:solidFill>
                  <a:srgbClr val="273138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273138"/>
                </a:solidFill>
                <a:latin typeface="Trebuchet MS"/>
                <a:cs typeface="Trebuchet MS"/>
              </a:rPr>
              <a:t>are</a:t>
            </a:r>
            <a:r>
              <a:rPr dirty="0" sz="1800" spc="-45">
                <a:solidFill>
                  <a:srgbClr val="273138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273138"/>
                </a:solidFill>
                <a:latin typeface="Trebuchet MS"/>
                <a:cs typeface="Trebuchet MS"/>
              </a:rPr>
              <a:t>supported</a:t>
            </a:r>
            <a:r>
              <a:rPr dirty="0" sz="1800" spc="-45">
                <a:solidFill>
                  <a:srgbClr val="273138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273138"/>
                </a:solidFill>
                <a:latin typeface="Trebuchet MS"/>
                <a:cs typeface="Trebuchet MS"/>
              </a:rPr>
              <a:t>by</a:t>
            </a:r>
            <a:r>
              <a:rPr dirty="0" sz="1800" spc="-45">
                <a:solidFill>
                  <a:srgbClr val="273138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273138"/>
                </a:solidFill>
                <a:latin typeface="Trebuchet MS"/>
                <a:cs typeface="Trebuchet MS"/>
              </a:rPr>
              <a:t>the</a:t>
            </a:r>
            <a:r>
              <a:rPr dirty="0" sz="1800" spc="-45">
                <a:solidFill>
                  <a:srgbClr val="273138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273138"/>
                </a:solidFill>
                <a:latin typeface="Trebuchet MS"/>
                <a:cs typeface="Trebuchet MS"/>
              </a:rPr>
              <a:t>C++</a:t>
            </a:r>
            <a:r>
              <a:rPr dirty="0" sz="1800" spc="-50">
                <a:solidFill>
                  <a:srgbClr val="273138"/>
                </a:solidFill>
                <a:latin typeface="Trebuchet MS"/>
                <a:cs typeface="Trebuchet MS"/>
              </a:rPr>
              <a:t> </a:t>
            </a:r>
            <a:r>
              <a:rPr dirty="0" sz="1800" spc="-10">
                <a:solidFill>
                  <a:srgbClr val="273138"/>
                </a:solidFill>
                <a:latin typeface="Trebuchet MS"/>
                <a:cs typeface="Trebuchet MS"/>
              </a:rPr>
              <a:t>language. </a:t>
            </a:r>
            <a:r>
              <a:rPr dirty="0" sz="1800">
                <a:solidFill>
                  <a:srgbClr val="FF0000"/>
                </a:solidFill>
                <a:latin typeface="Trebuchet MS"/>
                <a:cs typeface="Trebuchet MS"/>
              </a:rPr>
              <a:t>hex</a:t>
            </a:r>
            <a:r>
              <a:rPr dirty="0" sz="1800" spc="-4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dirty="0" sz="1800" spc="-10">
                <a:solidFill>
                  <a:srgbClr val="FF0000"/>
                </a:solidFill>
                <a:latin typeface="Trebuchet MS"/>
                <a:cs typeface="Trebuchet MS"/>
              </a:rPr>
              <a:t>(Hexadecimal</a:t>
            </a:r>
            <a:r>
              <a:rPr dirty="0" sz="1800" spc="-35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FF0000"/>
                </a:solidFill>
                <a:latin typeface="Trebuchet MS"/>
                <a:cs typeface="Trebuchet MS"/>
              </a:rPr>
              <a:t>=</a:t>
            </a:r>
            <a:r>
              <a:rPr dirty="0" sz="1800" spc="-35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dirty="0" sz="1800" spc="-25">
                <a:solidFill>
                  <a:srgbClr val="FF0000"/>
                </a:solidFill>
                <a:latin typeface="Trebuchet MS"/>
                <a:cs typeface="Trebuchet MS"/>
              </a:rPr>
              <a:t>16)</a:t>
            </a:r>
            <a:endParaRPr sz="1800">
              <a:latin typeface="Trebuchet MS"/>
              <a:cs typeface="Trebuchet MS"/>
            </a:endParaRPr>
          </a:p>
          <a:p>
            <a:pPr marL="298450" marR="7033895">
              <a:lnSpc>
                <a:spcPct val="150000"/>
              </a:lnSpc>
            </a:pPr>
            <a:r>
              <a:rPr dirty="0" sz="1800">
                <a:solidFill>
                  <a:srgbClr val="FF0000"/>
                </a:solidFill>
                <a:latin typeface="Trebuchet MS"/>
                <a:cs typeface="Trebuchet MS"/>
              </a:rPr>
              <a:t>oct</a:t>
            </a:r>
            <a:r>
              <a:rPr dirty="0" sz="1800" spc="-2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FF0000"/>
                </a:solidFill>
                <a:latin typeface="Trebuchet MS"/>
                <a:cs typeface="Trebuchet MS"/>
              </a:rPr>
              <a:t>(Octal</a:t>
            </a:r>
            <a:r>
              <a:rPr dirty="0" sz="1800" spc="-2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FF0000"/>
                </a:solidFill>
                <a:latin typeface="Trebuchet MS"/>
                <a:cs typeface="Trebuchet MS"/>
              </a:rPr>
              <a:t>=</a:t>
            </a:r>
            <a:r>
              <a:rPr dirty="0" sz="1800" spc="-2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dirty="0" sz="1800" spc="-25">
                <a:solidFill>
                  <a:srgbClr val="FF0000"/>
                </a:solidFill>
                <a:latin typeface="Trebuchet MS"/>
                <a:cs typeface="Trebuchet MS"/>
              </a:rPr>
              <a:t>8)</a:t>
            </a:r>
            <a:r>
              <a:rPr dirty="0" sz="1800" spc="50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FF0000"/>
                </a:solidFill>
                <a:latin typeface="Trebuchet MS"/>
                <a:cs typeface="Trebuchet MS"/>
              </a:rPr>
              <a:t>dec</a:t>
            </a:r>
            <a:r>
              <a:rPr dirty="0" sz="1800" spc="-5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FF0000"/>
                </a:solidFill>
                <a:latin typeface="Trebuchet MS"/>
                <a:cs typeface="Trebuchet MS"/>
              </a:rPr>
              <a:t>(Decimal</a:t>
            </a:r>
            <a:r>
              <a:rPr dirty="0" sz="1800" spc="-45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FF0000"/>
                </a:solidFill>
                <a:latin typeface="Trebuchet MS"/>
                <a:cs typeface="Trebuchet MS"/>
              </a:rPr>
              <a:t>=</a:t>
            </a:r>
            <a:r>
              <a:rPr dirty="0" sz="1800" spc="-5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dirty="0" sz="1800" spc="-25">
                <a:solidFill>
                  <a:srgbClr val="FF0000"/>
                </a:solidFill>
                <a:latin typeface="Trebuchet MS"/>
                <a:cs typeface="Trebuchet MS"/>
              </a:rPr>
              <a:t>10)</a:t>
            </a:r>
            <a:endParaRPr sz="1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08684" rIns="0" bIns="0" rtlCol="0" vert="horz">
            <a:spAutoFit/>
          </a:bodyPr>
          <a:lstStyle/>
          <a:p>
            <a:pPr marL="247015">
              <a:lnSpc>
                <a:spcPct val="100000"/>
              </a:lnSpc>
              <a:spcBef>
                <a:spcPts val="100"/>
              </a:spcBef>
            </a:pPr>
            <a:r>
              <a:rPr dirty="0" sz="2800">
                <a:latin typeface="Trebuchet MS"/>
                <a:cs typeface="Trebuchet MS"/>
              </a:rPr>
              <a:t>Manipulators</a:t>
            </a:r>
            <a:r>
              <a:rPr dirty="0" sz="2800" spc="-45">
                <a:latin typeface="Trebuchet MS"/>
                <a:cs typeface="Trebuchet MS"/>
              </a:rPr>
              <a:t> </a:t>
            </a:r>
            <a:r>
              <a:rPr dirty="0" sz="2800">
                <a:latin typeface="Trebuchet MS"/>
                <a:cs typeface="Trebuchet MS"/>
              </a:rPr>
              <a:t>in</a:t>
            </a:r>
            <a:r>
              <a:rPr dirty="0" sz="2800" spc="-35">
                <a:latin typeface="Trebuchet MS"/>
                <a:cs typeface="Trebuchet MS"/>
              </a:rPr>
              <a:t> </a:t>
            </a:r>
            <a:r>
              <a:rPr dirty="0" sz="2800" spc="-25">
                <a:latin typeface="Trebuchet MS"/>
                <a:cs typeface="Trebuchet MS"/>
              </a:rPr>
              <a:t>C++</a:t>
            </a:r>
            <a:endParaRPr sz="2800">
              <a:latin typeface="Trebuchet MS"/>
              <a:cs typeface="Trebuchet MS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680249" y="1881797"/>
            <a:ext cx="6060440" cy="4185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4093210">
              <a:lnSpc>
                <a:spcPct val="131200"/>
              </a:lnSpc>
              <a:spcBef>
                <a:spcPts val="100"/>
              </a:spcBef>
            </a:pPr>
            <a:r>
              <a:rPr dirty="0" sz="1600" b="1">
                <a:solidFill>
                  <a:srgbClr val="0070C0"/>
                </a:solidFill>
                <a:latin typeface="Trebuchet MS"/>
                <a:cs typeface="Trebuchet MS"/>
              </a:rPr>
              <a:t>setbase()</a:t>
            </a:r>
            <a:r>
              <a:rPr dirty="0" sz="1600" spc="-60" b="1">
                <a:solidFill>
                  <a:srgbClr val="0070C0"/>
                </a:solidFill>
                <a:latin typeface="Trebuchet MS"/>
                <a:cs typeface="Trebuchet MS"/>
              </a:rPr>
              <a:t> </a:t>
            </a:r>
            <a:r>
              <a:rPr dirty="0" sz="1600" b="1">
                <a:solidFill>
                  <a:srgbClr val="0070C0"/>
                </a:solidFill>
                <a:latin typeface="Trebuchet MS"/>
                <a:cs typeface="Trebuchet MS"/>
              </a:rPr>
              <a:t>–</a:t>
            </a:r>
            <a:r>
              <a:rPr dirty="0" sz="1600" spc="-60" b="1">
                <a:solidFill>
                  <a:srgbClr val="0070C0"/>
                </a:solidFill>
                <a:latin typeface="Trebuchet MS"/>
                <a:cs typeface="Trebuchet MS"/>
              </a:rPr>
              <a:t> </a:t>
            </a:r>
            <a:r>
              <a:rPr dirty="0" sz="1600" spc="-10" b="1">
                <a:solidFill>
                  <a:srgbClr val="0070C0"/>
                </a:solidFill>
                <a:latin typeface="Trebuchet MS"/>
                <a:cs typeface="Trebuchet MS"/>
              </a:rPr>
              <a:t>Example </a:t>
            </a:r>
            <a:r>
              <a:rPr dirty="0" sz="1600">
                <a:latin typeface="Trebuchet MS"/>
                <a:cs typeface="Trebuchet MS"/>
              </a:rPr>
              <a:t>#include</a:t>
            </a:r>
            <a:r>
              <a:rPr dirty="0" sz="1600" spc="-105">
                <a:latin typeface="Trebuchet MS"/>
                <a:cs typeface="Trebuchet MS"/>
              </a:rPr>
              <a:t> </a:t>
            </a:r>
            <a:r>
              <a:rPr dirty="0" sz="1600" spc="-10">
                <a:latin typeface="Trebuchet MS"/>
                <a:cs typeface="Trebuchet MS"/>
              </a:rPr>
              <a:t>&lt;iostream&gt; </a:t>
            </a:r>
            <a:r>
              <a:rPr dirty="0" sz="1600">
                <a:latin typeface="Trebuchet MS"/>
                <a:cs typeface="Trebuchet MS"/>
              </a:rPr>
              <a:t>#include</a:t>
            </a:r>
            <a:r>
              <a:rPr dirty="0" sz="1600" spc="-105">
                <a:latin typeface="Trebuchet MS"/>
                <a:cs typeface="Trebuchet MS"/>
              </a:rPr>
              <a:t> </a:t>
            </a:r>
            <a:r>
              <a:rPr dirty="0" sz="1600" spc="-10">
                <a:latin typeface="Trebuchet MS"/>
                <a:cs typeface="Trebuchet MS"/>
              </a:rPr>
              <a:t>&lt;iomanip&gt; </a:t>
            </a:r>
            <a:r>
              <a:rPr dirty="0" sz="1600">
                <a:latin typeface="Trebuchet MS"/>
                <a:cs typeface="Trebuchet MS"/>
              </a:rPr>
              <a:t>using</a:t>
            </a:r>
            <a:r>
              <a:rPr dirty="0" sz="1600" spc="-55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namespace</a:t>
            </a:r>
            <a:r>
              <a:rPr dirty="0" sz="1600" spc="-55">
                <a:latin typeface="Trebuchet MS"/>
                <a:cs typeface="Trebuchet MS"/>
              </a:rPr>
              <a:t> </a:t>
            </a:r>
            <a:r>
              <a:rPr dirty="0" sz="1600" spc="-20">
                <a:latin typeface="Trebuchet MS"/>
                <a:cs typeface="Trebuchet MS"/>
              </a:rPr>
              <a:t>std; </a:t>
            </a:r>
            <a:r>
              <a:rPr dirty="0" sz="1600" spc="-10">
                <a:latin typeface="Trebuchet MS"/>
                <a:cs typeface="Trebuchet MS"/>
              </a:rPr>
              <a:t>main()</a:t>
            </a:r>
            <a:endParaRPr sz="16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dirty="0" sz="1600" spc="-50">
                <a:latin typeface="Trebuchet MS"/>
                <a:cs typeface="Trebuchet MS"/>
              </a:rPr>
              <a:t>{</a:t>
            </a:r>
            <a:endParaRPr sz="1600">
              <a:latin typeface="Trebuchet MS"/>
              <a:cs typeface="Trebuchet MS"/>
            </a:endParaRPr>
          </a:p>
          <a:p>
            <a:pPr marL="73660">
              <a:lnSpc>
                <a:spcPct val="100000"/>
              </a:lnSpc>
              <a:spcBef>
                <a:spcPts val="600"/>
              </a:spcBef>
            </a:pPr>
            <a:r>
              <a:rPr dirty="0" sz="1600">
                <a:latin typeface="Trebuchet MS"/>
                <a:cs typeface="Trebuchet MS"/>
              </a:rPr>
              <a:t>int</a:t>
            </a:r>
            <a:r>
              <a:rPr dirty="0" sz="1600" spc="-25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number</a:t>
            </a:r>
            <a:r>
              <a:rPr dirty="0" sz="1600" spc="-25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=</a:t>
            </a:r>
            <a:r>
              <a:rPr dirty="0" sz="1600" spc="-20">
                <a:latin typeface="Trebuchet MS"/>
                <a:cs typeface="Trebuchet MS"/>
              </a:rPr>
              <a:t> 100;</a:t>
            </a:r>
            <a:endParaRPr sz="1600">
              <a:latin typeface="Trebuchet MS"/>
              <a:cs typeface="Trebuchet MS"/>
            </a:endParaRPr>
          </a:p>
          <a:p>
            <a:pPr marL="73660" marR="981075">
              <a:lnSpc>
                <a:spcPct val="131200"/>
              </a:lnSpc>
            </a:pPr>
            <a:r>
              <a:rPr dirty="0" sz="1600">
                <a:latin typeface="Trebuchet MS"/>
                <a:cs typeface="Trebuchet MS"/>
              </a:rPr>
              <a:t>cout</a:t>
            </a:r>
            <a:r>
              <a:rPr dirty="0" sz="1600" spc="-30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&lt;&lt;</a:t>
            </a:r>
            <a:r>
              <a:rPr dirty="0" sz="1600" spc="-25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"Hex</a:t>
            </a:r>
            <a:r>
              <a:rPr dirty="0" sz="1600" spc="-30">
                <a:latin typeface="Trebuchet MS"/>
                <a:cs typeface="Trebuchet MS"/>
              </a:rPr>
              <a:t> </a:t>
            </a:r>
            <a:r>
              <a:rPr dirty="0" sz="1600" spc="-20">
                <a:latin typeface="Trebuchet MS"/>
                <a:cs typeface="Trebuchet MS"/>
              </a:rPr>
              <a:t>Value</a:t>
            </a:r>
            <a:r>
              <a:rPr dirty="0" sz="1600" spc="-25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="</a:t>
            </a:r>
            <a:r>
              <a:rPr dirty="0" sz="1600" spc="-30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&lt;&lt;</a:t>
            </a:r>
            <a:r>
              <a:rPr dirty="0" sz="1600" spc="-25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"</a:t>
            </a:r>
            <a:r>
              <a:rPr dirty="0" sz="1600" spc="-25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"</a:t>
            </a:r>
            <a:r>
              <a:rPr dirty="0" sz="1600" spc="-30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&lt;&lt;</a:t>
            </a:r>
            <a:r>
              <a:rPr dirty="0" sz="1600" spc="-25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hex</a:t>
            </a:r>
            <a:r>
              <a:rPr dirty="0" sz="1600" spc="-30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&lt;&lt;</a:t>
            </a:r>
            <a:r>
              <a:rPr dirty="0" sz="1600" spc="-25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number</a:t>
            </a:r>
            <a:r>
              <a:rPr dirty="0" sz="1600" spc="-25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&lt;&lt;</a:t>
            </a:r>
            <a:r>
              <a:rPr dirty="0" sz="1600" spc="-30">
                <a:latin typeface="Trebuchet MS"/>
                <a:cs typeface="Trebuchet MS"/>
              </a:rPr>
              <a:t> </a:t>
            </a:r>
            <a:r>
              <a:rPr dirty="0" sz="1600" spc="-10">
                <a:latin typeface="Trebuchet MS"/>
                <a:cs typeface="Trebuchet MS"/>
              </a:rPr>
              <a:t>endl; </a:t>
            </a:r>
            <a:r>
              <a:rPr dirty="0" sz="1600">
                <a:latin typeface="Trebuchet MS"/>
                <a:cs typeface="Trebuchet MS"/>
              </a:rPr>
              <a:t>cout</a:t>
            </a:r>
            <a:r>
              <a:rPr dirty="0" sz="1600" spc="-30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&lt;&lt;</a:t>
            </a:r>
            <a:r>
              <a:rPr dirty="0" sz="1600" spc="-25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"Octal</a:t>
            </a:r>
            <a:r>
              <a:rPr dirty="0" sz="1600" spc="-30">
                <a:latin typeface="Trebuchet MS"/>
                <a:cs typeface="Trebuchet MS"/>
              </a:rPr>
              <a:t> </a:t>
            </a:r>
            <a:r>
              <a:rPr dirty="0" sz="1600" spc="-20">
                <a:latin typeface="Trebuchet MS"/>
                <a:cs typeface="Trebuchet MS"/>
              </a:rPr>
              <a:t>Value="</a:t>
            </a:r>
            <a:r>
              <a:rPr dirty="0" sz="1600" spc="-25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&lt;&lt;</a:t>
            </a:r>
            <a:r>
              <a:rPr dirty="0" sz="1600" spc="-30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"</a:t>
            </a:r>
            <a:r>
              <a:rPr dirty="0" sz="1600" spc="-25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"</a:t>
            </a:r>
            <a:r>
              <a:rPr dirty="0" sz="1600" spc="-30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&lt;&lt;</a:t>
            </a:r>
            <a:r>
              <a:rPr dirty="0" sz="1600" spc="-25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oct</a:t>
            </a:r>
            <a:r>
              <a:rPr dirty="0" sz="1600" spc="-30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&lt;&lt;</a:t>
            </a:r>
            <a:r>
              <a:rPr dirty="0" sz="1600" spc="-25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number</a:t>
            </a:r>
            <a:r>
              <a:rPr dirty="0" sz="1600" spc="-30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&lt;&lt;</a:t>
            </a:r>
            <a:r>
              <a:rPr dirty="0" sz="1600" spc="-25">
                <a:latin typeface="Trebuchet MS"/>
                <a:cs typeface="Trebuchet MS"/>
              </a:rPr>
              <a:t> </a:t>
            </a:r>
            <a:r>
              <a:rPr dirty="0" sz="1600" spc="-10">
                <a:latin typeface="Trebuchet MS"/>
                <a:cs typeface="Trebuchet MS"/>
              </a:rPr>
              <a:t>endl;</a:t>
            </a:r>
            <a:endParaRPr sz="1600">
              <a:latin typeface="Trebuchet MS"/>
              <a:cs typeface="Trebuchet MS"/>
            </a:endParaRPr>
          </a:p>
          <a:p>
            <a:pPr marL="73660" marR="5080">
              <a:lnSpc>
                <a:spcPct val="131300"/>
              </a:lnSpc>
            </a:pPr>
            <a:r>
              <a:rPr dirty="0" sz="1600">
                <a:latin typeface="Trebuchet MS"/>
                <a:cs typeface="Trebuchet MS"/>
              </a:rPr>
              <a:t>cout</a:t>
            </a:r>
            <a:r>
              <a:rPr dirty="0" sz="1600" spc="-30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&lt;&lt;</a:t>
            </a:r>
            <a:r>
              <a:rPr dirty="0" sz="1600" spc="-30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"Setbase</a:t>
            </a:r>
            <a:r>
              <a:rPr dirty="0" sz="1600" spc="-30">
                <a:latin typeface="Trebuchet MS"/>
                <a:cs typeface="Trebuchet MS"/>
              </a:rPr>
              <a:t> </a:t>
            </a:r>
            <a:r>
              <a:rPr dirty="0" sz="1600" spc="-20">
                <a:latin typeface="Trebuchet MS"/>
                <a:cs typeface="Trebuchet MS"/>
              </a:rPr>
              <a:t>Value="</a:t>
            </a:r>
            <a:r>
              <a:rPr dirty="0" sz="1600" spc="-25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&lt;&lt;</a:t>
            </a:r>
            <a:r>
              <a:rPr dirty="0" sz="1600" spc="-30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"</a:t>
            </a:r>
            <a:r>
              <a:rPr dirty="0" sz="1600" spc="-30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"</a:t>
            </a:r>
            <a:r>
              <a:rPr dirty="0" sz="1600" spc="-30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&lt;&lt;</a:t>
            </a:r>
            <a:r>
              <a:rPr dirty="0" sz="1600" spc="-25">
                <a:latin typeface="Trebuchet MS"/>
                <a:cs typeface="Trebuchet MS"/>
              </a:rPr>
              <a:t> </a:t>
            </a:r>
            <a:r>
              <a:rPr dirty="0" sz="1600" spc="-10">
                <a:latin typeface="Trebuchet MS"/>
                <a:cs typeface="Trebuchet MS"/>
              </a:rPr>
              <a:t>setbase(8)</a:t>
            </a:r>
            <a:r>
              <a:rPr dirty="0" sz="1600" spc="-30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&lt;&lt;</a:t>
            </a:r>
            <a:r>
              <a:rPr dirty="0" sz="1600" spc="-30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number</a:t>
            </a:r>
            <a:r>
              <a:rPr dirty="0" sz="1600" spc="-25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&lt;&lt;</a:t>
            </a:r>
            <a:r>
              <a:rPr dirty="0" sz="1600" spc="-30">
                <a:latin typeface="Trebuchet MS"/>
                <a:cs typeface="Trebuchet MS"/>
              </a:rPr>
              <a:t> </a:t>
            </a:r>
            <a:r>
              <a:rPr dirty="0" sz="1600" spc="-10">
                <a:latin typeface="Trebuchet MS"/>
                <a:cs typeface="Trebuchet MS"/>
              </a:rPr>
              <a:t>endl; </a:t>
            </a:r>
            <a:r>
              <a:rPr dirty="0" sz="1600">
                <a:latin typeface="Trebuchet MS"/>
                <a:cs typeface="Trebuchet MS"/>
              </a:rPr>
              <a:t>cout</a:t>
            </a:r>
            <a:r>
              <a:rPr dirty="0" sz="1600" spc="-30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&lt;&lt;</a:t>
            </a:r>
            <a:r>
              <a:rPr dirty="0" sz="1600" spc="-30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"Setbase</a:t>
            </a:r>
            <a:r>
              <a:rPr dirty="0" sz="1600" spc="-30">
                <a:latin typeface="Trebuchet MS"/>
                <a:cs typeface="Trebuchet MS"/>
              </a:rPr>
              <a:t> </a:t>
            </a:r>
            <a:r>
              <a:rPr dirty="0" sz="1600" spc="-20">
                <a:latin typeface="Trebuchet MS"/>
                <a:cs typeface="Trebuchet MS"/>
              </a:rPr>
              <a:t>Value="</a:t>
            </a:r>
            <a:r>
              <a:rPr dirty="0" sz="1600" spc="-30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&lt;&lt;</a:t>
            </a:r>
            <a:r>
              <a:rPr dirty="0" sz="1600" spc="-25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"</a:t>
            </a:r>
            <a:r>
              <a:rPr dirty="0" sz="1600" spc="-30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"</a:t>
            </a:r>
            <a:r>
              <a:rPr dirty="0" sz="1600" spc="-30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&lt;&lt;</a:t>
            </a:r>
            <a:r>
              <a:rPr dirty="0" sz="1600" spc="-30">
                <a:latin typeface="Trebuchet MS"/>
                <a:cs typeface="Trebuchet MS"/>
              </a:rPr>
              <a:t> </a:t>
            </a:r>
            <a:r>
              <a:rPr dirty="0" sz="1600" spc="-10">
                <a:latin typeface="Trebuchet MS"/>
                <a:cs typeface="Trebuchet MS"/>
              </a:rPr>
              <a:t>setbase(16)</a:t>
            </a:r>
            <a:r>
              <a:rPr dirty="0" sz="1600" spc="-30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&lt;&lt;</a:t>
            </a:r>
            <a:r>
              <a:rPr dirty="0" sz="1600" spc="-25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number</a:t>
            </a:r>
            <a:r>
              <a:rPr dirty="0" sz="1600" spc="-30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&lt;&lt;</a:t>
            </a:r>
            <a:r>
              <a:rPr dirty="0" sz="1600" spc="-30">
                <a:latin typeface="Trebuchet MS"/>
                <a:cs typeface="Trebuchet MS"/>
              </a:rPr>
              <a:t> </a:t>
            </a:r>
            <a:r>
              <a:rPr dirty="0" sz="1600" spc="-10">
                <a:latin typeface="Trebuchet MS"/>
                <a:cs typeface="Trebuchet MS"/>
              </a:rPr>
              <a:t>endl; </a:t>
            </a:r>
            <a:r>
              <a:rPr dirty="0" sz="1600">
                <a:latin typeface="Trebuchet MS"/>
                <a:cs typeface="Trebuchet MS"/>
              </a:rPr>
              <a:t>return</a:t>
            </a:r>
            <a:r>
              <a:rPr dirty="0" sz="1600" spc="-80">
                <a:latin typeface="Trebuchet MS"/>
                <a:cs typeface="Trebuchet MS"/>
              </a:rPr>
              <a:t> </a:t>
            </a:r>
            <a:r>
              <a:rPr dirty="0" sz="1600" spc="-25">
                <a:latin typeface="Trebuchet MS"/>
                <a:cs typeface="Trebuchet MS"/>
              </a:rPr>
              <a:t>0;</a:t>
            </a:r>
            <a:endParaRPr sz="1600">
              <a:latin typeface="Trebuchet MS"/>
              <a:cs typeface="Trebuchet MS"/>
            </a:endParaRPr>
          </a:p>
          <a:p>
            <a:pPr marL="73660">
              <a:lnSpc>
                <a:spcPct val="100000"/>
              </a:lnSpc>
              <a:spcBef>
                <a:spcPts val="600"/>
              </a:spcBef>
            </a:pPr>
            <a:r>
              <a:rPr dirty="0" sz="1600" spc="-50">
                <a:latin typeface="Trebuchet MS"/>
                <a:cs typeface="Trebuchet MS"/>
              </a:rPr>
              <a:t>}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7252500" y="2431376"/>
            <a:ext cx="1767205" cy="1854200"/>
          </a:xfrm>
          <a:prstGeom prst="rect">
            <a:avLst/>
          </a:prstGeom>
        </p:spPr>
        <p:txBody>
          <a:bodyPr wrap="square" lIns="0" tIns="1346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60"/>
              </a:spcBef>
            </a:pPr>
            <a:r>
              <a:rPr dirty="0" sz="1600" spc="-10" b="1">
                <a:solidFill>
                  <a:srgbClr val="0070C0"/>
                </a:solidFill>
                <a:latin typeface="Trebuchet MS"/>
                <a:cs typeface="Trebuchet MS"/>
              </a:rPr>
              <a:t>Output</a:t>
            </a:r>
            <a:endParaRPr sz="1600">
              <a:latin typeface="Trebuchet MS"/>
              <a:cs typeface="Trebuchet MS"/>
            </a:endParaRPr>
          </a:p>
          <a:p>
            <a:pPr marL="12700" marR="222250">
              <a:lnSpc>
                <a:spcPct val="150000"/>
              </a:lnSpc>
            </a:pPr>
            <a:r>
              <a:rPr dirty="0" sz="1600">
                <a:latin typeface="Trebuchet MS"/>
                <a:cs typeface="Trebuchet MS"/>
              </a:rPr>
              <a:t>Hex</a:t>
            </a:r>
            <a:r>
              <a:rPr dirty="0" sz="1600" spc="-40">
                <a:latin typeface="Trebuchet MS"/>
                <a:cs typeface="Trebuchet MS"/>
              </a:rPr>
              <a:t> </a:t>
            </a:r>
            <a:r>
              <a:rPr dirty="0" sz="1600" spc="-20">
                <a:latin typeface="Trebuchet MS"/>
                <a:cs typeface="Trebuchet MS"/>
              </a:rPr>
              <a:t>Value</a:t>
            </a:r>
            <a:r>
              <a:rPr dirty="0" sz="1600" spc="-40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=</a:t>
            </a:r>
            <a:r>
              <a:rPr dirty="0" sz="1600" spc="-40">
                <a:latin typeface="Trebuchet MS"/>
                <a:cs typeface="Trebuchet MS"/>
              </a:rPr>
              <a:t> </a:t>
            </a:r>
            <a:r>
              <a:rPr dirty="0" sz="1600" spc="-25">
                <a:latin typeface="Trebuchet MS"/>
                <a:cs typeface="Trebuchet MS"/>
              </a:rPr>
              <a:t>64 </a:t>
            </a:r>
            <a:r>
              <a:rPr dirty="0" sz="1600">
                <a:latin typeface="Trebuchet MS"/>
                <a:cs typeface="Trebuchet MS"/>
              </a:rPr>
              <a:t>Octal</a:t>
            </a:r>
            <a:r>
              <a:rPr dirty="0" sz="1600" spc="-50">
                <a:latin typeface="Trebuchet MS"/>
                <a:cs typeface="Trebuchet MS"/>
              </a:rPr>
              <a:t> </a:t>
            </a:r>
            <a:r>
              <a:rPr dirty="0" sz="1600" spc="-20">
                <a:latin typeface="Trebuchet MS"/>
                <a:cs typeface="Trebuchet MS"/>
              </a:rPr>
              <a:t>Value=</a:t>
            </a:r>
            <a:r>
              <a:rPr dirty="0" sz="1600" spc="-45">
                <a:latin typeface="Trebuchet MS"/>
                <a:cs typeface="Trebuchet MS"/>
              </a:rPr>
              <a:t> </a:t>
            </a:r>
            <a:r>
              <a:rPr dirty="0" sz="1600" spc="-25">
                <a:latin typeface="Trebuchet MS"/>
                <a:cs typeface="Trebuchet MS"/>
              </a:rPr>
              <a:t>144</a:t>
            </a:r>
            <a:endParaRPr sz="16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dirty="0" sz="1600">
                <a:latin typeface="Trebuchet MS"/>
                <a:cs typeface="Trebuchet MS"/>
              </a:rPr>
              <a:t>Setbase</a:t>
            </a:r>
            <a:r>
              <a:rPr dirty="0" sz="1600" spc="-80">
                <a:latin typeface="Trebuchet MS"/>
                <a:cs typeface="Trebuchet MS"/>
              </a:rPr>
              <a:t> </a:t>
            </a:r>
            <a:r>
              <a:rPr dirty="0" sz="1600" spc="-20">
                <a:latin typeface="Trebuchet MS"/>
                <a:cs typeface="Trebuchet MS"/>
              </a:rPr>
              <a:t>Value=</a:t>
            </a:r>
            <a:r>
              <a:rPr dirty="0" sz="1600" spc="-80">
                <a:latin typeface="Trebuchet MS"/>
                <a:cs typeface="Trebuchet MS"/>
              </a:rPr>
              <a:t> </a:t>
            </a:r>
            <a:r>
              <a:rPr dirty="0" sz="1600" spc="-25">
                <a:latin typeface="Trebuchet MS"/>
                <a:cs typeface="Trebuchet MS"/>
              </a:rPr>
              <a:t>144</a:t>
            </a:r>
            <a:endParaRPr sz="16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dirty="0" sz="1600">
                <a:latin typeface="Trebuchet MS"/>
                <a:cs typeface="Trebuchet MS"/>
              </a:rPr>
              <a:t>Setbase</a:t>
            </a:r>
            <a:r>
              <a:rPr dirty="0" sz="1600" spc="-80">
                <a:latin typeface="Trebuchet MS"/>
                <a:cs typeface="Trebuchet MS"/>
              </a:rPr>
              <a:t> </a:t>
            </a:r>
            <a:r>
              <a:rPr dirty="0" sz="1600" spc="-20">
                <a:latin typeface="Trebuchet MS"/>
                <a:cs typeface="Trebuchet MS"/>
              </a:rPr>
              <a:t>Value=</a:t>
            </a:r>
            <a:r>
              <a:rPr dirty="0" sz="1600" spc="-80">
                <a:latin typeface="Trebuchet MS"/>
                <a:cs typeface="Trebuchet MS"/>
              </a:rPr>
              <a:t> </a:t>
            </a:r>
            <a:r>
              <a:rPr dirty="0" sz="1600" spc="-25">
                <a:latin typeface="Trebuchet MS"/>
                <a:cs typeface="Trebuchet MS"/>
              </a:rPr>
              <a:t>64</a:t>
            </a:r>
            <a:endParaRPr sz="16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2184" rIns="0" bIns="0" rtlCol="0" vert="horz">
            <a:spAutoFit/>
          </a:bodyPr>
          <a:lstStyle/>
          <a:p>
            <a:pPr marL="345440">
              <a:lnSpc>
                <a:spcPct val="100000"/>
              </a:lnSpc>
              <a:spcBef>
                <a:spcPts val="100"/>
              </a:spcBef>
            </a:pPr>
            <a:r>
              <a:rPr dirty="0" sz="2300" spc="-20">
                <a:latin typeface="Trebuchet MS"/>
                <a:cs typeface="Trebuchet MS"/>
              </a:rPr>
              <a:t>Type</a:t>
            </a:r>
            <a:r>
              <a:rPr dirty="0" sz="2300" spc="-95">
                <a:latin typeface="Trebuchet MS"/>
                <a:cs typeface="Trebuchet MS"/>
              </a:rPr>
              <a:t> </a:t>
            </a:r>
            <a:r>
              <a:rPr dirty="0" sz="2300">
                <a:latin typeface="Trebuchet MS"/>
                <a:cs typeface="Trebuchet MS"/>
              </a:rPr>
              <a:t>bool</a:t>
            </a:r>
            <a:r>
              <a:rPr dirty="0" sz="2300" spc="-95">
                <a:latin typeface="Trebuchet MS"/>
                <a:cs typeface="Trebuchet MS"/>
              </a:rPr>
              <a:t> </a:t>
            </a:r>
            <a:r>
              <a:rPr dirty="0" sz="2300">
                <a:latin typeface="Trebuchet MS"/>
                <a:cs typeface="Trebuchet MS"/>
              </a:rPr>
              <a:t>(Boolean</a:t>
            </a:r>
            <a:r>
              <a:rPr dirty="0" sz="2300" spc="-90">
                <a:latin typeface="Trebuchet MS"/>
                <a:cs typeface="Trebuchet MS"/>
              </a:rPr>
              <a:t> </a:t>
            </a:r>
            <a:r>
              <a:rPr dirty="0" sz="2300">
                <a:latin typeface="Trebuchet MS"/>
                <a:cs typeface="Trebuchet MS"/>
              </a:rPr>
              <a:t>data</a:t>
            </a:r>
            <a:r>
              <a:rPr dirty="0" sz="2300" spc="-95">
                <a:latin typeface="Trebuchet MS"/>
                <a:cs typeface="Trebuchet MS"/>
              </a:rPr>
              <a:t> </a:t>
            </a:r>
            <a:r>
              <a:rPr dirty="0" sz="2300" spc="-10">
                <a:latin typeface="Trebuchet MS"/>
                <a:cs typeface="Trebuchet MS"/>
              </a:rPr>
              <a:t>type)</a:t>
            </a:r>
            <a:endParaRPr sz="2300">
              <a:latin typeface="Trebuchet MS"/>
              <a:cs typeface="Trebuchet MS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770774" y="1956980"/>
            <a:ext cx="8600440" cy="194563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79095" indent="-366395">
              <a:lnSpc>
                <a:spcPct val="100000"/>
              </a:lnSpc>
              <a:spcBef>
                <a:spcPts val="100"/>
              </a:spcBef>
              <a:buFont typeface="Arial MT"/>
              <a:buChar char="●"/>
              <a:tabLst>
                <a:tab pos="379095" algn="l"/>
              </a:tabLst>
            </a:pPr>
            <a:r>
              <a:rPr dirty="0" sz="1800">
                <a:latin typeface="Trebuchet MS"/>
                <a:cs typeface="Trebuchet MS"/>
              </a:rPr>
              <a:t>The</a:t>
            </a:r>
            <a:r>
              <a:rPr dirty="0" sz="1800" spc="-45">
                <a:latin typeface="Trebuchet MS"/>
                <a:cs typeface="Trebuchet MS"/>
              </a:rPr>
              <a:t> </a:t>
            </a:r>
            <a:r>
              <a:rPr dirty="0" sz="1800" b="1">
                <a:latin typeface="Trebuchet MS"/>
                <a:cs typeface="Trebuchet MS"/>
              </a:rPr>
              <a:t>bool</a:t>
            </a:r>
            <a:r>
              <a:rPr dirty="0" sz="1800" spc="-45" b="1">
                <a:latin typeface="Trebuchet MS"/>
                <a:cs typeface="Trebuchet MS"/>
              </a:rPr>
              <a:t> </a:t>
            </a:r>
            <a:r>
              <a:rPr dirty="0" sz="1800" b="1">
                <a:latin typeface="Trebuchet MS"/>
                <a:cs typeface="Trebuchet MS"/>
              </a:rPr>
              <a:t>data</a:t>
            </a:r>
            <a:r>
              <a:rPr dirty="0" sz="1800" spc="-45" b="1">
                <a:latin typeface="Trebuchet MS"/>
                <a:cs typeface="Trebuchet MS"/>
              </a:rPr>
              <a:t> </a:t>
            </a:r>
            <a:r>
              <a:rPr dirty="0" sz="1800" b="1">
                <a:latin typeface="Trebuchet MS"/>
                <a:cs typeface="Trebuchet MS"/>
              </a:rPr>
              <a:t>type</a:t>
            </a:r>
            <a:r>
              <a:rPr dirty="0" sz="1800" spc="-30" b="1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in</a:t>
            </a:r>
            <a:r>
              <a:rPr dirty="0" sz="1800" spc="-4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C++</a:t>
            </a:r>
            <a:r>
              <a:rPr dirty="0" sz="1800" spc="-4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stands</a:t>
            </a:r>
            <a:r>
              <a:rPr dirty="0" sz="1800" spc="-5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for</a:t>
            </a:r>
            <a:r>
              <a:rPr dirty="0" sz="1800" spc="-4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Boolean</a:t>
            </a:r>
            <a:r>
              <a:rPr dirty="0" sz="1800" spc="-4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values,</a:t>
            </a:r>
            <a:r>
              <a:rPr dirty="0" sz="1800" spc="-4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which</a:t>
            </a:r>
            <a:r>
              <a:rPr dirty="0" sz="1800" spc="-5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are</a:t>
            </a:r>
            <a:r>
              <a:rPr dirty="0" sz="1800" spc="-10">
                <a:latin typeface="Trebuchet MS"/>
                <a:cs typeface="Trebuchet MS"/>
              </a:rPr>
              <a:t> </a:t>
            </a:r>
            <a:r>
              <a:rPr dirty="0" sz="1800" spc="-40" b="1">
                <a:latin typeface="Trebuchet MS"/>
                <a:cs typeface="Trebuchet MS"/>
              </a:rPr>
              <a:t>True</a:t>
            </a:r>
            <a:r>
              <a:rPr dirty="0" sz="1800" spc="-45" b="1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and</a:t>
            </a:r>
            <a:r>
              <a:rPr dirty="0" sz="1800" spc="-40">
                <a:latin typeface="Trebuchet MS"/>
                <a:cs typeface="Trebuchet MS"/>
              </a:rPr>
              <a:t> </a:t>
            </a:r>
            <a:r>
              <a:rPr dirty="0" sz="1800" spc="-10" b="1">
                <a:latin typeface="Trebuchet MS"/>
                <a:cs typeface="Trebuchet MS"/>
              </a:rPr>
              <a:t>False</a:t>
            </a:r>
            <a:r>
              <a:rPr dirty="0" sz="1800" spc="-10">
                <a:latin typeface="Trebuchet MS"/>
                <a:cs typeface="Trebuchet MS"/>
              </a:rPr>
              <a:t>.</a:t>
            </a:r>
            <a:endParaRPr sz="18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70"/>
              </a:spcBef>
              <a:buFont typeface="Arial MT"/>
              <a:buChar char="●"/>
            </a:pPr>
            <a:endParaRPr sz="1800">
              <a:latin typeface="Trebuchet MS"/>
              <a:cs typeface="Trebuchet MS"/>
            </a:endParaRPr>
          </a:p>
          <a:p>
            <a:pPr marL="379095" indent="-366395">
              <a:lnSpc>
                <a:spcPct val="100000"/>
              </a:lnSpc>
              <a:buFont typeface="Arial MT"/>
              <a:buChar char="●"/>
              <a:tabLst>
                <a:tab pos="379095" algn="l"/>
              </a:tabLst>
            </a:pPr>
            <a:r>
              <a:rPr dirty="0" sz="1800">
                <a:latin typeface="Trebuchet MS"/>
                <a:cs typeface="Trebuchet MS"/>
              </a:rPr>
              <a:t>In</a:t>
            </a:r>
            <a:r>
              <a:rPr dirty="0" sz="1800" spc="-4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C++,</a:t>
            </a:r>
            <a:r>
              <a:rPr dirty="0" sz="1800" spc="-30">
                <a:latin typeface="Trebuchet MS"/>
                <a:cs typeface="Trebuchet MS"/>
              </a:rPr>
              <a:t> </a:t>
            </a:r>
            <a:r>
              <a:rPr dirty="0" sz="1800" b="1">
                <a:latin typeface="Trebuchet MS"/>
                <a:cs typeface="Trebuchet MS"/>
              </a:rPr>
              <a:t>1</a:t>
            </a:r>
            <a:r>
              <a:rPr dirty="0" sz="1800" spc="-35" b="1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stands</a:t>
            </a:r>
            <a:r>
              <a:rPr dirty="0" sz="1800" spc="-3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for</a:t>
            </a:r>
            <a:r>
              <a:rPr dirty="0" sz="1800" spc="-20">
                <a:latin typeface="Trebuchet MS"/>
                <a:cs typeface="Trebuchet MS"/>
              </a:rPr>
              <a:t> </a:t>
            </a:r>
            <a:r>
              <a:rPr dirty="0" sz="1800" spc="-40" b="1">
                <a:latin typeface="Trebuchet MS"/>
                <a:cs typeface="Trebuchet MS"/>
              </a:rPr>
              <a:t>True</a:t>
            </a:r>
            <a:r>
              <a:rPr dirty="0" sz="1800" spc="-30" b="1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whereas</a:t>
            </a:r>
            <a:r>
              <a:rPr dirty="0" sz="1800" spc="-25">
                <a:latin typeface="Trebuchet MS"/>
                <a:cs typeface="Trebuchet MS"/>
              </a:rPr>
              <a:t> </a:t>
            </a:r>
            <a:r>
              <a:rPr dirty="0" sz="1800" b="1">
                <a:latin typeface="Trebuchet MS"/>
                <a:cs typeface="Trebuchet MS"/>
              </a:rPr>
              <a:t>0</a:t>
            </a:r>
            <a:r>
              <a:rPr dirty="0" sz="1800" spc="-40" b="1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stands</a:t>
            </a:r>
            <a:r>
              <a:rPr dirty="0" sz="1800" spc="-3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for</a:t>
            </a:r>
            <a:r>
              <a:rPr dirty="0" sz="1800" spc="-20">
                <a:latin typeface="Trebuchet MS"/>
                <a:cs typeface="Trebuchet MS"/>
              </a:rPr>
              <a:t> </a:t>
            </a:r>
            <a:r>
              <a:rPr dirty="0" sz="1800" spc="-10" b="1">
                <a:latin typeface="Trebuchet MS"/>
                <a:cs typeface="Trebuchet MS"/>
              </a:rPr>
              <a:t>False</a:t>
            </a:r>
            <a:r>
              <a:rPr dirty="0" sz="1800" spc="-10">
                <a:latin typeface="Trebuchet MS"/>
                <a:cs typeface="Trebuchet MS"/>
              </a:rPr>
              <a:t>.</a:t>
            </a:r>
            <a:endParaRPr sz="18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65"/>
              </a:spcBef>
              <a:buFont typeface="Arial MT"/>
              <a:buChar char="●"/>
            </a:pPr>
            <a:endParaRPr sz="1800">
              <a:latin typeface="Trebuchet MS"/>
              <a:cs typeface="Trebuchet MS"/>
            </a:endParaRPr>
          </a:p>
          <a:p>
            <a:pPr marL="379095" indent="-366395">
              <a:lnSpc>
                <a:spcPct val="100000"/>
              </a:lnSpc>
              <a:spcBef>
                <a:spcPts val="5"/>
              </a:spcBef>
              <a:buFont typeface="Arial MT"/>
              <a:buChar char="●"/>
              <a:tabLst>
                <a:tab pos="379095" algn="l"/>
              </a:tabLst>
            </a:pPr>
            <a:r>
              <a:rPr dirty="0" sz="1800">
                <a:latin typeface="Trebuchet MS"/>
                <a:cs typeface="Trebuchet MS"/>
              </a:rPr>
              <a:t>The</a:t>
            </a:r>
            <a:r>
              <a:rPr dirty="0" sz="1800" spc="-5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keyword</a:t>
            </a:r>
            <a:r>
              <a:rPr dirty="0" sz="1800" spc="-4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"</a:t>
            </a:r>
            <a:r>
              <a:rPr dirty="0" sz="1800" b="1">
                <a:latin typeface="Trebuchet MS"/>
                <a:cs typeface="Trebuchet MS"/>
              </a:rPr>
              <a:t>bool</a:t>
            </a:r>
            <a:r>
              <a:rPr dirty="0" sz="1800">
                <a:latin typeface="Trebuchet MS"/>
                <a:cs typeface="Trebuchet MS"/>
              </a:rPr>
              <a:t>"</a:t>
            </a:r>
            <a:r>
              <a:rPr dirty="0" sz="1800" spc="-4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is</a:t>
            </a:r>
            <a:r>
              <a:rPr dirty="0" sz="1800" spc="-4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used</a:t>
            </a:r>
            <a:r>
              <a:rPr dirty="0" sz="1800" spc="-4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to</a:t>
            </a:r>
            <a:r>
              <a:rPr dirty="0" sz="1800" spc="-4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declare</a:t>
            </a:r>
            <a:r>
              <a:rPr dirty="0" sz="1800" spc="-4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a</a:t>
            </a:r>
            <a:r>
              <a:rPr dirty="0" sz="1800" spc="-4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Boolean</a:t>
            </a:r>
            <a:r>
              <a:rPr dirty="0" sz="1800" spc="-4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data</a:t>
            </a:r>
            <a:r>
              <a:rPr dirty="0" sz="1800" spc="-45">
                <a:latin typeface="Trebuchet MS"/>
                <a:cs typeface="Trebuchet MS"/>
              </a:rPr>
              <a:t> </a:t>
            </a:r>
            <a:r>
              <a:rPr dirty="0" sz="1800" spc="-10">
                <a:latin typeface="Trebuchet MS"/>
                <a:cs typeface="Trebuchet MS"/>
              </a:rPr>
              <a:t>type.</a:t>
            </a:r>
            <a:endParaRPr sz="18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65"/>
              </a:spcBef>
              <a:buFont typeface="Arial MT"/>
              <a:buChar char="●"/>
            </a:pPr>
            <a:endParaRPr sz="1800">
              <a:latin typeface="Trebuchet MS"/>
              <a:cs typeface="Trebuchet MS"/>
            </a:endParaRPr>
          </a:p>
          <a:p>
            <a:pPr marL="379095" indent="-366395">
              <a:lnSpc>
                <a:spcPct val="100000"/>
              </a:lnSpc>
              <a:spcBef>
                <a:spcPts val="5"/>
              </a:spcBef>
              <a:buFont typeface="Arial MT"/>
              <a:buChar char="●"/>
              <a:tabLst>
                <a:tab pos="379095" algn="l"/>
              </a:tabLst>
            </a:pPr>
            <a:r>
              <a:rPr dirty="0" sz="1800">
                <a:latin typeface="Trebuchet MS"/>
                <a:cs typeface="Trebuchet MS"/>
              </a:rPr>
              <a:t>The</a:t>
            </a:r>
            <a:r>
              <a:rPr dirty="0" sz="1800" spc="-4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addition</a:t>
            </a:r>
            <a:r>
              <a:rPr dirty="0" sz="1800" spc="-4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of</a:t>
            </a:r>
            <a:r>
              <a:rPr dirty="0" sz="1800" spc="-30">
                <a:latin typeface="Trebuchet MS"/>
                <a:cs typeface="Trebuchet MS"/>
              </a:rPr>
              <a:t> </a:t>
            </a:r>
            <a:r>
              <a:rPr dirty="0" sz="1800" b="1">
                <a:latin typeface="Trebuchet MS"/>
                <a:cs typeface="Trebuchet MS"/>
              </a:rPr>
              <a:t>bool</a:t>
            </a:r>
            <a:r>
              <a:rPr dirty="0" sz="1800" spc="-40" b="1">
                <a:latin typeface="Trebuchet MS"/>
                <a:cs typeface="Trebuchet MS"/>
              </a:rPr>
              <a:t> </a:t>
            </a:r>
            <a:r>
              <a:rPr dirty="0" sz="1800" b="1">
                <a:latin typeface="Trebuchet MS"/>
                <a:cs typeface="Trebuchet MS"/>
              </a:rPr>
              <a:t>data</a:t>
            </a:r>
            <a:r>
              <a:rPr dirty="0" sz="1800" spc="-40" b="1">
                <a:latin typeface="Trebuchet MS"/>
                <a:cs typeface="Trebuchet MS"/>
              </a:rPr>
              <a:t> </a:t>
            </a:r>
            <a:r>
              <a:rPr dirty="0" sz="1800" b="1">
                <a:latin typeface="Trebuchet MS"/>
                <a:cs typeface="Trebuchet MS"/>
              </a:rPr>
              <a:t>type</a:t>
            </a:r>
            <a:r>
              <a:rPr dirty="0" sz="1800" spc="-20" b="1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is</a:t>
            </a:r>
            <a:r>
              <a:rPr dirty="0" sz="1800" spc="-4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a</a:t>
            </a:r>
            <a:r>
              <a:rPr dirty="0" sz="1800" spc="-3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one</a:t>
            </a:r>
            <a:r>
              <a:rPr dirty="0" sz="1800" spc="-4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of</a:t>
            </a:r>
            <a:r>
              <a:rPr dirty="0" sz="1800" spc="-4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the</a:t>
            </a:r>
            <a:r>
              <a:rPr dirty="0" sz="1800" spc="-4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newer</a:t>
            </a:r>
            <a:r>
              <a:rPr dirty="0" sz="1800" spc="-4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features</a:t>
            </a:r>
            <a:r>
              <a:rPr dirty="0" sz="1800" spc="-3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of</a:t>
            </a:r>
            <a:r>
              <a:rPr dirty="0" sz="1800" spc="-4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C++</a:t>
            </a:r>
            <a:r>
              <a:rPr dirty="0" sz="1800" spc="-40">
                <a:latin typeface="Trebuchet MS"/>
                <a:cs typeface="Trebuchet MS"/>
              </a:rPr>
              <a:t> </a:t>
            </a:r>
            <a:r>
              <a:rPr dirty="0" sz="1800" spc="-10">
                <a:latin typeface="Trebuchet MS"/>
                <a:cs typeface="Trebuchet MS"/>
              </a:rPr>
              <a:t>language.</a:t>
            </a:r>
            <a:endParaRPr sz="1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88872" rIns="0" bIns="0" rtlCol="0" vert="horz">
            <a:spAutoFit/>
          </a:bodyPr>
          <a:lstStyle/>
          <a:p>
            <a:pPr marL="51435">
              <a:lnSpc>
                <a:spcPct val="100000"/>
              </a:lnSpc>
              <a:spcBef>
                <a:spcPts val="100"/>
              </a:spcBef>
            </a:pPr>
            <a:r>
              <a:rPr dirty="0" sz="1900"/>
              <a:t>Use</a:t>
            </a:r>
            <a:r>
              <a:rPr dirty="0" sz="1900" spc="-65"/>
              <a:t> </a:t>
            </a:r>
            <a:r>
              <a:rPr dirty="0" sz="1900"/>
              <a:t>of</a:t>
            </a:r>
            <a:r>
              <a:rPr dirty="0" sz="1900" spc="-60"/>
              <a:t> </a:t>
            </a:r>
            <a:r>
              <a:rPr dirty="0" sz="1900"/>
              <a:t>Boolean</a:t>
            </a:r>
            <a:r>
              <a:rPr dirty="0" sz="1900" spc="-60"/>
              <a:t> </a:t>
            </a:r>
            <a:r>
              <a:rPr dirty="0" sz="1900"/>
              <a:t>Data</a:t>
            </a:r>
            <a:r>
              <a:rPr dirty="0" sz="1900" spc="-60"/>
              <a:t> </a:t>
            </a:r>
            <a:r>
              <a:rPr dirty="0" sz="1900" spc="-20"/>
              <a:t>Type</a:t>
            </a:r>
            <a:endParaRPr sz="1900"/>
          </a:p>
        </p:txBody>
      </p:sp>
      <p:sp>
        <p:nvSpPr>
          <p:cNvPr id="3" name="object 3" descr=""/>
          <p:cNvSpPr txBox="1"/>
          <p:nvPr/>
        </p:nvSpPr>
        <p:spPr>
          <a:xfrm>
            <a:off x="763133" y="1811693"/>
            <a:ext cx="10559415" cy="2631440"/>
          </a:xfrm>
          <a:prstGeom prst="rect">
            <a:avLst/>
          </a:prstGeom>
        </p:spPr>
        <p:txBody>
          <a:bodyPr wrap="square" lIns="0" tIns="157480" rIns="0" bIns="0" rtlCol="0" vert="horz">
            <a:spAutoFit/>
          </a:bodyPr>
          <a:lstStyle/>
          <a:p>
            <a:pPr marL="386715" indent="-374015">
              <a:lnSpc>
                <a:spcPct val="100000"/>
              </a:lnSpc>
              <a:spcBef>
                <a:spcPts val="1240"/>
              </a:spcBef>
              <a:buFont typeface="Arial MT"/>
              <a:buChar char="●"/>
              <a:tabLst>
                <a:tab pos="386715" algn="l"/>
              </a:tabLst>
            </a:pPr>
            <a:r>
              <a:rPr dirty="0" sz="1900">
                <a:latin typeface="Trebuchet MS"/>
                <a:cs typeface="Trebuchet MS"/>
              </a:rPr>
              <a:t>The</a:t>
            </a:r>
            <a:r>
              <a:rPr dirty="0" sz="1900" spc="-60">
                <a:latin typeface="Trebuchet MS"/>
                <a:cs typeface="Trebuchet MS"/>
              </a:rPr>
              <a:t> </a:t>
            </a:r>
            <a:r>
              <a:rPr dirty="0" sz="1900">
                <a:latin typeface="Trebuchet MS"/>
                <a:cs typeface="Trebuchet MS"/>
              </a:rPr>
              <a:t>Boolean</a:t>
            </a:r>
            <a:r>
              <a:rPr dirty="0" sz="1900" spc="-55">
                <a:latin typeface="Trebuchet MS"/>
                <a:cs typeface="Trebuchet MS"/>
              </a:rPr>
              <a:t> </a:t>
            </a:r>
            <a:r>
              <a:rPr dirty="0" sz="1900">
                <a:latin typeface="Trebuchet MS"/>
                <a:cs typeface="Trebuchet MS"/>
              </a:rPr>
              <a:t>(bool)</a:t>
            </a:r>
            <a:r>
              <a:rPr dirty="0" sz="1900" spc="-55">
                <a:latin typeface="Trebuchet MS"/>
                <a:cs typeface="Trebuchet MS"/>
              </a:rPr>
              <a:t> </a:t>
            </a:r>
            <a:r>
              <a:rPr dirty="0" sz="1900">
                <a:latin typeface="Trebuchet MS"/>
                <a:cs typeface="Trebuchet MS"/>
              </a:rPr>
              <a:t>data</a:t>
            </a:r>
            <a:r>
              <a:rPr dirty="0" sz="1900" spc="-55">
                <a:latin typeface="Trebuchet MS"/>
                <a:cs typeface="Trebuchet MS"/>
              </a:rPr>
              <a:t> </a:t>
            </a:r>
            <a:r>
              <a:rPr dirty="0" sz="1900">
                <a:latin typeface="Trebuchet MS"/>
                <a:cs typeface="Trebuchet MS"/>
              </a:rPr>
              <a:t>type</a:t>
            </a:r>
            <a:r>
              <a:rPr dirty="0" sz="1900" spc="-55">
                <a:latin typeface="Trebuchet MS"/>
                <a:cs typeface="Trebuchet MS"/>
              </a:rPr>
              <a:t> </a:t>
            </a:r>
            <a:r>
              <a:rPr dirty="0" sz="1900">
                <a:latin typeface="Trebuchet MS"/>
                <a:cs typeface="Trebuchet MS"/>
              </a:rPr>
              <a:t>is</a:t>
            </a:r>
            <a:r>
              <a:rPr dirty="0" sz="1900" spc="-55">
                <a:latin typeface="Trebuchet MS"/>
                <a:cs typeface="Trebuchet MS"/>
              </a:rPr>
              <a:t> </a:t>
            </a:r>
            <a:r>
              <a:rPr dirty="0" sz="1900">
                <a:latin typeface="Trebuchet MS"/>
                <a:cs typeface="Trebuchet MS"/>
              </a:rPr>
              <a:t>used</a:t>
            </a:r>
            <a:r>
              <a:rPr dirty="0" sz="1900" spc="-55">
                <a:latin typeface="Trebuchet MS"/>
                <a:cs typeface="Trebuchet MS"/>
              </a:rPr>
              <a:t> </a:t>
            </a:r>
            <a:r>
              <a:rPr dirty="0" sz="1900">
                <a:latin typeface="Trebuchet MS"/>
                <a:cs typeface="Trebuchet MS"/>
              </a:rPr>
              <a:t>in</a:t>
            </a:r>
            <a:r>
              <a:rPr dirty="0" sz="1900" spc="-55">
                <a:latin typeface="Trebuchet MS"/>
                <a:cs typeface="Trebuchet MS"/>
              </a:rPr>
              <a:t> </a:t>
            </a:r>
            <a:r>
              <a:rPr dirty="0" sz="1900">
                <a:latin typeface="Trebuchet MS"/>
                <a:cs typeface="Trebuchet MS"/>
              </a:rPr>
              <a:t>the</a:t>
            </a:r>
            <a:r>
              <a:rPr dirty="0" sz="1900" spc="-55">
                <a:latin typeface="Trebuchet MS"/>
                <a:cs typeface="Trebuchet MS"/>
              </a:rPr>
              <a:t> </a:t>
            </a:r>
            <a:r>
              <a:rPr dirty="0" sz="1900">
                <a:latin typeface="Trebuchet MS"/>
                <a:cs typeface="Trebuchet MS"/>
              </a:rPr>
              <a:t>following</a:t>
            </a:r>
            <a:r>
              <a:rPr dirty="0" sz="1900" spc="-55">
                <a:latin typeface="Trebuchet MS"/>
                <a:cs typeface="Trebuchet MS"/>
              </a:rPr>
              <a:t> </a:t>
            </a:r>
            <a:r>
              <a:rPr dirty="0" sz="1900">
                <a:latin typeface="Trebuchet MS"/>
                <a:cs typeface="Trebuchet MS"/>
              </a:rPr>
              <a:t>ways</a:t>
            </a:r>
            <a:r>
              <a:rPr dirty="0" sz="1900" spc="-55">
                <a:latin typeface="Trebuchet MS"/>
                <a:cs typeface="Trebuchet MS"/>
              </a:rPr>
              <a:t> </a:t>
            </a:r>
            <a:r>
              <a:rPr dirty="0" sz="1900" spc="-50">
                <a:latin typeface="Trebuchet MS"/>
                <a:cs typeface="Trebuchet MS"/>
              </a:rPr>
              <a:t>−</a:t>
            </a:r>
            <a:endParaRPr sz="1900">
              <a:latin typeface="Trebuchet MS"/>
              <a:cs typeface="Trebuchet MS"/>
            </a:endParaRPr>
          </a:p>
          <a:p>
            <a:pPr marL="386715" marR="5080" indent="-374650">
              <a:lnSpc>
                <a:spcPct val="150000"/>
              </a:lnSpc>
              <a:buFont typeface="Arial MT"/>
              <a:buChar char="●"/>
              <a:tabLst>
                <a:tab pos="386715" algn="l"/>
              </a:tabLst>
            </a:pPr>
            <a:r>
              <a:rPr dirty="0" sz="1900">
                <a:latin typeface="Trebuchet MS"/>
                <a:cs typeface="Trebuchet MS"/>
              </a:rPr>
              <a:t>In</a:t>
            </a:r>
            <a:r>
              <a:rPr dirty="0" sz="1900" spc="-55">
                <a:latin typeface="Trebuchet MS"/>
                <a:cs typeface="Trebuchet MS"/>
              </a:rPr>
              <a:t> </a:t>
            </a:r>
            <a:r>
              <a:rPr dirty="0" sz="1900">
                <a:latin typeface="Trebuchet MS"/>
                <a:cs typeface="Trebuchet MS"/>
              </a:rPr>
              <a:t>conditions</a:t>
            </a:r>
            <a:r>
              <a:rPr dirty="0" sz="1900" spc="-55">
                <a:latin typeface="Trebuchet MS"/>
                <a:cs typeface="Trebuchet MS"/>
              </a:rPr>
              <a:t> </a:t>
            </a:r>
            <a:r>
              <a:rPr dirty="0" sz="1900">
                <a:latin typeface="Trebuchet MS"/>
                <a:cs typeface="Trebuchet MS"/>
              </a:rPr>
              <a:t>where</a:t>
            </a:r>
            <a:r>
              <a:rPr dirty="0" sz="1900" spc="-50">
                <a:latin typeface="Trebuchet MS"/>
                <a:cs typeface="Trebuchet MS"/>
              </a:rPr>
              <a:t> </a:t>
            </a:r>
            <a:r>
              <a:rPr dirty="0" sz="1900">
                <a:latin typeface="Trebuchet MS"/>
                <a:cs typeface="Trebuchet MS"/>
              </a:rPr>
              <a:t>we</a:t>
            </a:r>
            <a:r>
              <a:rPr dirty="0" sz="1900" spc="-50">
                <a:latin typeface="Trebuchet MS"/>
                <a:cs typeface="Trebuchet MS"/>
              </a:rPr>
              <a:t> </a:t>
            </a:r>
            <a:r>
              <a:rPr dirty="0" sz="1900">
                <a:latin typeface="Trebuchet MS"/>
                <a:cs typeface="Trebuchet MS"/>
              </a:rPr>
              <a:t>need</a:t>
            </a:r>
            <a:r>
              <a:rPr dirty="0" sz="1900" spc="-55">
                <a:latin typeface="Trebuchet MS"/>
                <a:cs typeface="Trebuchet MS"/>
              </a:rPr>
              <a:t> </a:t>
            </a:r>
            <a:r>
              <a:rPr dirty="0" sz="1900">
                <a:latin typeface="Trebuchet MS"/>
                <a:cs typeface="Trebuchet MS"/>
              </a:rPr>
              <a:t>to</a:t>
            </a:r>
            <a:r>
              <a:rPr dirty="0" sz="1900" spc="-50">
                <a:latin typeface="Trebuchet MS"/>
                <a:cs typeface="Trebuchet MS"/>
              </a:rPr>
              <a:t> </a:t>
            </a:r>
            <a:r>
              <a:rPr dirty="0" sz="1900">
                <a:latin typeface="Trebuchet MS"/>
                <a:cs typeface="Trebuchet MS"/>
              </a:rPr>
              <a:t>have</a:t>
            </a:r>
            <a:r>
              <a:rPr dirty="0" sz="1900" spc="-50">
                <a:latin typeface="Trebuchet MS"/>
                <a:cs typeface="Trebuchet MS"/>
              </a:rPr>
              <a:t> </a:t>
            </a:r>
            <a:r>
              <a:rPr dirty="0" sz="1900">
                <a:latin typeface="Trebuchet MS"/>
                <a:cs typeface="Trebuchet MS"/>
              </a:rPr>
              <a:t>binary</a:t>
            </a:r>
            <a:r>
              <a:rPr dirty="0" sz="1900" spc="-50">
                <a:latin typeface="Trebuchet MS"/>
                <a:cs typeface="Trebuchet MS"/>
              </a:rPr>
              <a:t> </a:t>
            </a:r>
            <a:r>
              <a:rPr dirty="0" sz="1900">
                <a:latin typeface="Trebuchet MS"/>
                <a:cs typeface="Trebuchet MS"/>
              </a:rPr>
              <a:t>values,</a:t>
            </a:r>
            <a:r>
              <a:rPr dirty="0" sz="1900" spc="-55">
                <a:latin typeface="Trebuchet MS"/>
                <a:cs typeface="Trebuchet MS"/>
              </a:rPr>
              <a:t> </a:t>
            </a:r>
            <a:r>
              <a:rPr dirty="0" sz="1900">
                <a:latin typeface="Trebuchet MS"/>
                <a:cs typeface="Trebuchet MS"/>
              </a:rPr>
              <a:t>i.e.,</a:t>
            </a:r>
            <a:r>
              <a:rPr dirty="0" sz="1900" spc="-50">
                <a:latin typeface="Trebuchet MS"/>
                <a:cs typeface="Trebuchet MS"/>
              </a:rPr>
              <a:t> </a:t>
            </a:r>
            <a:r>
              <a:rPr dirty="0" sz="1900">
                <a:latin typeface="Trebuchet MS"/>
                <a:cs typeface="Trebuchet MS"/>
              </a:rPr>
              <a:t>values</a:t>
            </a:r>
            <a:r>
              <a:rPr dirty="0" sz="1900" spc="-55">
                <a:latin typeface="Trebuchet MS"/>
                <a:cs typeface="Trebuchet MS"/>
              </a:rPr>
              <a:t> </a:t>
            </a:r>
            <a:r>
              <a:rPr dirty="0" sz="1900">
                <a:latin typeface="Trebuchet MS"/>
                <a:cs typeface="Trebuchet MS"/>
              </a:rPr>
              <a:t>which</a:t>
            </a:r>
            <a:r>
              <a:rPr dirty="0" sz="1900" spc="-50">
                <a:latin typeface="Trebuchet MS"/>
                <a:cs typeface="Trebuchet MS"/>
              </a:rPr>
              <a:t> </a:t>
            </a:r>
            <a:r>
              <a:rPr dirty="0" sz="1900">
                <a:latin typeface="Trebuchet MS"/>
                <a:cs typeface="Trebuchet MS"/>
              </a:rPr>
              <a:t>represent</a:t>
            </a:r>
            <a:r>
              <a:rPr dirty="0" sz="1900" spc="-55">
                <a:latin typeface="Trebuchet MS"/>
                <a:cs typeface="Trebuchet MS"/>
              </a:rPr>
              <a:t> </a:t>
            </a:r>
            <a:r>
              <a:rPr dirty="0" sz="1900">
                <a:latin typeface="Trebuchet MS"/>
                <a:cs typeface="Trebuchet MS"/>
              </a:rPr>
              <a:t>two</a:t>
            </a:r>
            <a:r>
              <a:rPr dirty="0" sz="1900" spc="-50">
                <a:latin typeface="Trebuchet MS"/>
                <a:cs typeface="Trebuchet MS"/>
              </a:rPr>
              <a:t> </a:t>
            </a:r>
            <a:r>
              <a:rPr dirty="0" sz="1900">
                <a:latin typeface="Trebuchet MS"/>
                <a:cs typeface="Trebuchet MS"/>
              </a:rPr>
              <a:t>states</a:t>
            </a:r>
            <a:r>
              <a:rPr dirty="0" sz="1900" spc="-55">
                <a:latin typeface="Trebuchet MS"/>
                <a:cs typeface="Trebuchet MS"/>
              </a:rPr>
              <a:t> </a:t>
            </a:r>
            <a:r>
              <a:rPr dirty="0" sz="1900" spc="-25">
                <a:latin typeface="Trebuchet MS"/>
                <a:cs typeface="Trebuchet MS"/>
              </a:rPr>
              <a:t>of </a:t>
            </a:r>
            <a:r>
              <a:rPr dirty="0" sz="1900">
                <a:latin typeface="Trebuchet MS"/>
                <a:cs typeface="Trebuchet MS"/>
              </a:rPr>
              <a:t>a</a:t>
            </a:r>
            <a:r>
              <a:rPr dirty="0" sz="1900" spc="-15">
                <a:latin typeface="Trebuchet MS"/>
                <a:cs typeface="Trebuchet MS"/>
              </a:rPr>
              <a:t> </a:t>
            </a:r>
            <a:r>
              <a:rPr dirty="0" sz="1900" spc="-10">
                <a:latin typeface="Trebuchet MS"/>
                <a:cs typeface="Trebuchet MS"/>
              </a:rPr>
              <a:t>variable.</a:t>
            </a:r>
            <a:endParaRPr sz="1900">
              <a:latin typeface="Trebuchet MS"/>
              <a:cs typeface="Trebuchet MS"/>
            </a:endParaRPr>
          </a:p>
          <a:p>
            <a:pPr marL="386715" indent="-374015">
              <a:lnSpc>
                <a:spcPct val="100000"/>
              </a:lnSpc>
              <a:spcBef>
                <a:spcPts val="1140"/>
              </a:spcBef>
              <a:buFont typeface="Arial MT"/>
              <a:buChar char="●"/>
              <a:tabLst>
                <a:tab pos="386715" algn="l"/>
              </a:tabLst>
            </a:pPr>
            <a:r>
              <a:rPr dirty="0" sz="1900">
                <a:latin typeface="Trebuchet MS"/>
                <a:cs typeface="Trebuchet MS"/>
              </a:rPr>
              <a:t>When</a:t>
            </a:r>
            <a:r>
              <a:rPr dirty="0" sz="1900" spc="-45">
                <a:latin typeface="Trebuchet MS"/>
                <a:cs typeface="Trebuchet MS"/>
              </a:rPr>
              <a:t> </a:t>
            </a:r>
            <a:r>
              <a:rPr dirty="0" sz="1900">
                <a:latin typeface="Trebuchet MS"/>
                <a:cs typeface="Trebuchet MS"/>
              </a:rPr>
              <a:t>we</a:t>
            </a:r>
            <a:r>
              <a:rPr dirty="0" sz="1900" spc="-45">
                <a:latin typeface="Trebuchet MS"/>
                <a:cs typeface="Trebuchet MS"/>
              </a:rPr>
              <a:t> </a:t>
            </a:r>
            <a:r>
              <a:rPr dirty="0" sz="1900">
                <a:latin typeface="Trebuchet MS"/>
                <a:cs typeface="Trebuchet MS"/>
              </a:rPr>
              <a:t>need</a:t>
            </a:r>
            <a:r>
              <a:rPr dirty="0" sz="1900" spc="-40">
                <a:latin typeface="Trebuchet MS"/>
                <a:cs typeface="Trebuchet MS"/>
              </a:rPr>
              <a:t> </a:t>
            </a:r>
            <a:r>
              <a:rPr dirty="0" sz="1900">
                <a:latin typeface="Trebuchet MS"/>
                <a:cs typeface="Trebuchet MS"/>
              </a:rPr>
              <a:t>to</a:t>
            </a:r>
            <a:r>
              <a:rPr dirty="0" sz="1900" spc="-45">
                <a:latin typeface="Trebuchet MS"/>
                <a:cs typeface="Trebuchet MS"/>
              </a:rPr>
              <a:t> </a:t>
            </a:r>
            <a:r>
              <a:rPr dirty="0" sz="1900">
                <a:latin typeface="Trebuchet MS"/>
                <a:cs typeface="Trebuchet MS"/>
              </a:rPr>
              <a:t>run</a:t>
            </a:r>
            <a:r>
              <a:rPr dirty="0" sz="1900" spc="-40">
                <a:latin typeface="Trebuchet MS"/>
                <a:cs typeface="Trebuchet MS"/>
              </a:rPr>
              <a:t> </a:t>
            </a:r>
            <a:r>
              <a:rPr dirty="0" sz="1900">
                <a:latin typeface="Trebuchet MS"/>
                <a:cs typeface="Trebuchet MS"/>
              </a:rPr>
              <a:t>loops</a:t>
            </a:r>
            <a:r>
              <a:rPr dirty="0" sz="1900" spc="-45">
                <a:latin typeface="Trebuchet MS"/>
                <a:cs typeface="Trebuchet MS"/>
              </a:rPr>
              <a:t> </a:t>
            </a:r>
            <a:r>
              <a:rPr dirty="0" sz="1900">
                <a:latin typeface="Trebuchet MS"/>
                <a:cs typeface="Trebuchet MS"/>
              </a:rPr>
              <a:t>based</a:t>
            </a:r>
            <a:r>
              <a:rPr dirty="0" sz="1900" spc="-40">
                <a:latin typeface="Trebuchet MS"/>
                <a:cs typeface="Trebuchet MS"/>
              </a:rPr>
              <a:t> </a:t>
            </a:r>
            <a:r>
              <a:rPr dirty="0" sz="1900">
                <a:latin typeface="Trebuchet MS"/>
                <a:cs typeface="Trebuchet MS"/>
              </a:rPr>
              <a:t>on</a:t>
            </a:r>
            <a:r>
              <a:rPr dirty="0" sz="1900" spc="-45">
                <a:latin typeface="Trebuchet MS"/>
                <a:cs typeface="Trebuchet MS"/>
              </a:rPr>
              <a:t> </a:t>
            </a:r>
            <a:r>
              <a:rPr dirty="0" sz="1900">
                <a:latin typeface="Trebuchet MS"/>
                <a:cs typeface="Trebuchet MS"/>
              </a:rPr>
              <a:t>certain</a:t>
            </a:r>
            <a:r>
              <a:rPr dirty="0" sz="1900" spc="-45">
                <a:latin typeface="Trebuchet MS"/>
                <a:cs typeface="Trebuchet MS"/>
              </a:rPr>
              <a:t> </a:t>
            </a:r>
            <a:r>
              <a:rPr dirty="0" sz="1900" spc="-10">
                <a:latin typeface="Trebuchet MS"/>
                <a:cs typeface="Trebuchet MS"/>
              </a:rPr>
              <a:t>conditions,</a:t>
            </a:r>
            <a:r>
              <a:rPr dirty="0" sz="1900" spc="-40">
                <a:latin typeface="Trebuchet MS"/>
                <a:cs typeface="Trebuchet MS"/>
              </a:rPr>
              <a:t> </a:t>
            </a:r>
            <a:r>
              <a:rPr dirty="0" sz="1900">
                <a:latin typeface="Trebuchet MS"/>
                <a:cs typeface="Trebuchet MS"/>
              </a:rPr>
              <a:t>we</a:t>
            </a:r>
            <a:r>
              <a:rPr dirty="0" sz="1900" spc="-45">
                <a:latin typeface="Trebuchet MS"/>
                <a:cs typeface="Trebuchet MS"/>
              </a:rPr>
              <a:t> </a:t>
            </a:r>
            <a:r>
              <a:rPr dirty="0" sz="1900">
                <a:latin typeface="Trebuchet MS"/>
                <a:cs typeface="Trebuchet MS"/>
              </a:rPr>
              <a:t>use</a:t>
            </a:r>
            <a:r>
              <a:rPr dirty="0" sz="1900" spc="-40">
                <a:latin typeface="Trebuchet MS"/>
                <a:cs typeface="Trebuchet MS"/>
              </a:rPr>
              <a:t> </a:t>
            </a:r>
            <a:r>
              <a:rPr dirty="0" sz="1900">
                <a:latin typeface="Trebuchet MS"/>
                <a:cs typeface="Trebuchet MS"/>
              </a:rPr>
              <a:t>bool</a:t>
            </a:r>
            <a:r>
              <a:rPr dirty="0" sz="1900" spc="-45">
                <a:latin typeface="Trebuchet MS"/>
                <a:cs typeface="Trebuchet MS"/>
              </a:rPr>
              <a:t> </a:t>
            </a:r>
            <a:r>
              <a:rPr dirty="0" sz="1900">
                <a:latin typeface="Trebuchet MS"/>
                <a:cs typeface="Trebuchet MS"/>
              </a:rPr>
              <a:t>data</a:t>
            </a:r>
            <a:r>
              <a:rPr dirty="0" sz="1900" spc="-40">
                <a:latin typeface="Trebuchet MS"/>
                <a:cs typeface="Trebuchet MS"/>
              </a:rPr>
              <a:t> </a:t>
            </a:r>
            <a:r>
              <a:rPr dirty="0" sz="1900" spc="-10">
                <a:latin typeface="Trebuchet MS"/>
                <a:cs typeface="Trebuchet MS"/>
              </a:rPr>
              <a:t>types.</a:t>
            </a:r>
            <a:endParaRPr sz="1900">
              <a:latin typeface="Trebuchet MS"/>
              <a:cs typeface="Trebuchet MS"/>
            </a:endParaRPr>
          </a:p>
          <a:p>
            <a:pPr marL="386715" indent="-374015">
              <a:lnSpc>
                <a:spcPct val="100000"/>
              </a:lnSpc>
              <a:spcBef>
                <a:spcPts val="1140"/>
              </a:spcBef>
              <a:buFont typeface="Arial MT"/>
              <a:buChar char="●"/>
              <a:tabLst>
                <a:tab pos="386715" algn="l"/>
              </a:tabLst>
            </a:pPr>
            <a:r>
              <a:rPr dirty="0" sz="1900">
                <a:latin typeface="Trebuchet MS"/>
                <a:cs typeface="Trebuchet MS"/>
              </a:rPr>
              <a:t>In</a:t>
            </a:r>
            <a:r>
              <a:rPr dirty="0" sz="1900" spc="-50">
                <a:latin typeface="Trebuchet MS"/>
                <a:cs typeface="Trebuchet MS"/>
              </a:rPr>
              <a:t> </a:t>
            </a:r>
            <a:r>
              <a:rPr dirty="0" sz="1900">
                <a:latin typeface="Trebuchet MS"/>
                <a:cs typeface="Trebuchet MS"/>
              </a:rPr>
              <a:t>case</a:t>
            </a:r>
            <a:r>
              <a:rPr dirty="0" sz="1900" spc="-50">
                <a:latin typeface="Trebuchet MS"/>
                <a:cs typeface="Trebuchet MS"/>
              </a:rPr>
              <a:t> </a:t>
            </a:r>
            <a:r>
              <a:rPr dirty="0" sz="1900">
                <a:latin typeface="Trebuchet MS"/>
                <a:cs typeface="Trebuchet MS"/>
              </a:rPr>
              <a:t>of</a:t>
            </a:r>
            <a:r>
              <a:rPr dirty="0" sz="1900" spc="-50">
                <a:latin typeface="Trebuchet MS"/>
                <a:cs typeface="Trebuchet MS"/>
              </a:rPr>
              <a:t> </a:t>
            </a:r>
            <a:r>
              <a:rPr dirty="0" sz="1900">
                <a:latin typeface="Trebuchet MS"/>
                <a:cs typeface="Trebuchet MS"/>
              </a:rPr>
              <a:t>having</a:t>
            </a:r>
            <a:r>
              <a:rPr dirty="0" sz="1900" spc="-50">
                <a:latin typeface="Trebuchet MS"/>
                <a:cs typeface="Trebuchet MS"/>
              </a:rPr>
              <a:t> </a:t>
            </a:r>
            <a:r>
              <a:rPr dirty="0" sz="1900">
                <a:latin typeface="Trebuchet MS"/>
                <a:cs typeface="Trebuchet MS"/>
              </a:rPr>
              <a:t>null</a:t>
            </a:r>
            <a:r>
              <a:rPr dirty="0" sz="1900" spc="-50">
                <a:latin typeface="Trebuchet MS"/>
                <a:cs typeface="Trebuchet MS"/>
              </a:rPr>
              <a:t> </a:t>
            </a:r>
            <a:r>
              <a:rPr dirty="0" sz="1900">
                <a:latin typeface="Trebuchet MS"/>
                <a:cs typeface="Trebuchet MS"/>
              </a:rPr>
              <a:t>values,</a:t>
            </a:r>
            <a:r>
              <a:rPr dirty="0" sz="1900" spc="-50">
                <a:latin typeface="Trebuchet MS"/>
                <a:cs typeface="Trebuchet MS"/>
              </a:rPr>
              <a:t> </a:t>
            </a:r>
            <a:r>
              <a:rPr dirty="0" sz="1900">
                <a:latin typeface="Trebuchet MS"/>
                <a:cs typeface="Trebuchet MS"/>
              </a:rPr>
              <a:t>we</a:t>
            </a:r>
            <a:r>
              <a:rPr dirty="0" sz="1900" spc="-50">
                <a:latin typeface="Trebuchet MS"/>
                <a:cs typeface="Trebuchet MS"/>
              </a:rPr>
              <a:t> </a:t>
            </a:r>
            <a:r>
              <a:rPr dirty="0" sz="1900">
                <a:latin typeface="Trebuchet MS"/>
                <a:cs typeface="Trebuchet MS"/>
              </a:rPr>
              <a:t>generally</a:t>
            </a:r>
            <a:r>
              <a:rPr dirty="0" sz="1900" spc="-50">
                <a:latin typeface="Trebuchet MS"/>
                <a:cs typeface="Trebuchet MS"/>
              </a:rPr>
              <a:t> </a:t>
            </a:r>
            <a:r>
              <a:rPr dirty="0" sz="1900">
                <a:latin typeface="Trebuchet MS"/>
                <a:cs typeface="Trebuchet MS"/>
              </a:rPr>
              <a:t>relate</a:t>
            </a:r>
            <a:r>
              <a:rPr dirty="0" sz="1900" spc="-50">
                <a:latin typeface="Trebuchet MS"/>
                <a:cs typeface="Trebuchet MS"/>
              </a:rPr>
              <a:t> </a:t>
            </a:r>
            <a:r>
              <a:rPr dirty="0" sz="1900">
                <a:latin typeface="Trebuchet MS"/>
                <a:cs typeface="Trebuchet MS"/>
              </a:rPr>
              <a:t>them</a:t>
            </a:r>
            <a:r>
              <a:rPr dirty="0" sz="1900" spc="-50">
                <a:latin typeface="Trebuchet MS"/>
                <a:cs typeface="Trebuchet MS"/>
              </a:rPr>
              <a:t> </a:t>
            </a:r>
            <a:r>
              <a:rPr dirty="0" sz="1900">
                <a:latin typeface="Trebuchet MS"/>
                <a:cs typeface="Trebuchet MS"/>
              </a:rPr>
              <a:t>to</a:t>
            </a:r>
            <a:r>
              <a:rPr dirty="0" sz="1900" spc="-50">
                <a:latin typeface="Trebuchet MS"/>
                <a:cs typeface="Trebuchet MS"/>
              </a:rPr>
              <a:t> </a:t>
            </a:r>
            <a:r>
              <a:rPr dirty="0" sz="1900">
                <a:latin typeface="Trebuchet MS"/>
                <a:cs typeface="Trebuchet MS"/>
              </a:rPr>
              <a:t>bool</a:t>
            </a:r>
            <a:r>
              <a:rPr dirty="0" sz="1900" spc="-50">
                <a:latin typeface="Trebuchet MS"/>
                <a:cs typeface="Trebuchet MS"/>
              </a:rPr>
              <a:t> </a:t>
            </a:r>
            <a:r>
              <a:rPr dirty="0" sz="1900">
                <a:latin typeface="Trebuchet MS"/>
                <a:cs typeface="Trebuchet MS"/>
              </a:rPr>
              <a:t>data</a:t>
            </a:r>
            <a:r>
              <a:rPr dirty="0" sz="1900" spc="-50">
                <a:latin typeface="Trebuchet MS"/>
                <a:cs typeface="Trebuchet MS"/>
              </a:rPr>
              <a:t> </a:t>
            </a:r>
            <a:r>
              <a:rPr dirty="0" sz="1900" spc="-10">
                <a:latin typeface="Trebuchet MS"/>
                <a:cs typeface="Trebuchet MS"/>
              </a:rPr>
              <a:t>types.</a:t>
            </a:r>
            <a:endParaRPr sz="1900">
              <a:latin typeface="Trebuchet MS"/>
              <a:cs typeface="Trebuchet MS"/>
            </a:endParaRPr>
          </a:p>
          <a:p>
            <a:pPr marL="386715" indent="-374015">
              <a:lnSpc>
                <a:spcPct val="100000"/>
              </a:lnSpc>
              <a:spcBef>
                <a:spcPts val="1140"/>
              </a:spcBef>
              <a:buFont typeface="Arial MT"/>
              <a:buChar char="●"/>
              <a:tabLst>
                <a:tab pos="386715" algn="l"/>
              </a:tabLst>
            </a:pPr>
            <a:r>
              <a:rPr dirty="0" sz="1900">
                <a:latin typeface="Trebuchet MS"/>
                <a:cs typeface="Trebuchet MS"/>
              </a:rPr>
              <a:t>For</a:t>
            </a:r>
            <a:r>
              <a:rPr dirty="0" sz="1900" spc="-60">
                <a:latin typeface="Trebuchet MS"/>
                <a:cs typeface="Trebuchet MS"/>
              </a:rPr>
              <a:t> </a:t>
            </a:r>
            <a:r>
              <a:rPr dirty="0" sz="1900">
                <a:latin typeface="Trebuchet MS"/>
                <a:cs typeface="Trebuchet MS"/>
              </a:rPr>
              <a:t>comparing</a:t>
            </a:r>
            <a:r>
              <a:rPr dirty="0" sz="1900" spc="-60">
                <a:latin typeface="Trebuchet MS"/>
                <a:cs typeface="Trebuchet MS"/>
              </a:rPr>
              <a:t> </a:t>
            </a:r>
            <a:r>
              <a:rPr dirty="0" sz="1900">
                <a:latin typeface="Trebuchet MS"/>
                <a:cs typeface="Trebuchet MS"/>
              </a:rPr>
              <a:t>two</a:t>
            </a:r>
            <a:r>
              <a:rPr dirty="0" sz="1900" spc="-60">
                <a:latin typeface="Trebuchet MS"/>
                <a:cs typeface="Trebuchet MS"/>
              </a:rPr>
              <a:t> </a:t>
            </a:r>
            <a:r>
              <a:rPr dirty="0" sz="1900">
                <a:latin typeface="Trebuchet MS"/>
                <a:cs typeface="Trebuchet MS"/>
              </a:rPr>
              <a:t>values</a:t>
            </a:r>
            <a:r>
              <a:rPr dirty="0" sz="1900" spc="-60">
                <a:latin typeface="Trebuchet MS"/>
                <a:cs typeface="Trebuchet MS"/>
              </a:rPr>
              <a:t> </a:t>
            </a:r>
            <a:r>
              <a:rPr dirty="0" sz="1900">
                <a:latin typeface="Trebuchet MS"/>
                <a:cs typeface="Trebuchet MS"/>
              </a:rPr>
              <a:t>for</a:t>
            </a:r>
            <a:r>
              <a:rPr dirty="0" sz="1900" spc="-60">
                <a:latin typeface="Trebuchet MS"/>
                <a:cs typeface="Trebuchet MS"/>
              </a:rPr>
              <a:t> </a:t>
            </a:r>
            <a:r>
              <a:rPr dirty="0" sz="1900">
                <a:latin typeface="Trebuchet MS"/>
                <a:cs typeface="Trebuchet MS"/>
              </a:rPr>
              <a:t>equality</a:t>
            </a:r>
            <a:r>
              <a:rPr dirty="0" sz="1900" spc="-55">
                <a:latin typeface="Trebuchet MS"/>
                <a:cs typeface="Trebuchet MS"/>
              </a:rPr>
              <a:t> </a:t>
            </a:r>
            <a:r>
              <a:rPr dirty="0" sz="1900">
                <a:latin typeface="Trebuchet MS"/>
                <a:cs typeface="Trebuchet MS"/>
              </a:rPr>
              <a:t>or</a:t>
            </a:r>
            <a:r>
              <a:rPr dirty="0" sz="1900" spc="-60">
                <a:latin typeface="Trebuchet MS"/>
                <a:cs typeface="Trebuchet MS"/>
              </a:rPr>
              <a:t> </a:t>
            </a:r>
            <a:r>
              <a:rPr dirty="0" sz="1900" spc="-20">
                <a:latin typeface="Trebuchet MS"/>
                <a:cs typeface="Trebuchet MS"/>
              </a:rPr>
              <a:t>inequality,</a:t>
            </a:r>
            <a:r>
              <a:rPr dirty="0" sz="1900" spc="-60">
                <a:latin typeface="Trebuchet MS"/>
                <a:cs typeface="Trebuchet MS"/>
              </a:rPr>
              <a:t> </a:t>
            </a:r>
            <a:r>
              <a:rPr dirty="0" sz="1900">
                <a:latin typeface="Trebuchet MS"/>
                <a:cs typeface="Trebuchet MS"/>
              </a:rPr>
              <a:t>we</a:t>
            </a:r>
            <a:r>
              <a:rPr dirty="0" sz="1900" spc="-60">
                <a:latin typeface="Trebuchet MS"/>
                <a:cs typeface="Trebuchet MS"/>
              </a:rPr>
              <a:t> </a:t>
            </a:r>
            <a:r>
              <a:rPr dirty="0" sz="1900">
                <a:latin typeface="Trebuchet MS"/>
                <a:cs typeface="Trebuchet MS"/>
              </a:rPr>
              <a:t>generally</a:t>
            </a:r>
            <a:r>
              <a:rPr dirty="0" sz="1900" spc="-60">
                <a:latin typeface="Trebuchet MS"/>
                <a:cs typeface="Trebuchet MS"/>
              </a:rPr>
              <a:t> </a:t>
            </a:r>
            <a:r>
              <a:rPr dirty="0" sz="1900">
                <a:latin typeface="Trebuchet MS"/>
                <a:cs typeface="Trebuchet MS"/>
              </a:rPr>
              <a:t>use</a:t>
            </a:r>
            <a:r>
              <a:rPr dirty="0" sz="1900" spc="-55">
                <a:latin typeface="Trebuchet MS"/>
                <a:cs typeface="Trebuchet MS"/>
              </a:rPr>
              <a:t> </a:t>
            </a:r>
            <a:r>
              <a:rPr dirty="0" sz="1900">
                <a:latin typeface="Trebuchet MS"/>
                <a:cs typeface="Trebuchet MS"/>
              </a:rPr>
              <a:t>bool</a:t>
            </a:r>
            <a:r>
              <a:rPr dirty="0" sz="1900" spc="-60">
                <a:latin typeface="Trebuchet MS"/>
                <a:cs typeface="Trebuchet MS"/>
              </a:rPr>
              <a:t> </a:t>
            </a:r>
            <a:r>
              <a:rPr dirty="0" sz="1900">
                <a:latin typeface="Trebuchet MS"/>
                <a:cs typeface="Trebuchet MS"/>
              </a:rPr>
              <a:t>data</a:t>
            </a:r>
            <a:r>
              <a:rPr dirty="0" sz="1900" spc="-60">
                <a:latin typeface="Trebuchet MS"/>
                <a:cs typeface="Trebuchet MS"/>
              </a:rPr>
              <a:t> </a:t>
            </a:r>
            <a:r>
              <a:rPr dirty="0" sz="1900" spc="-10">
                <a:latin typeface="Trebuchet MS"/>
                <a:cs typeface="Trebuchet MS"/>
              </a:rPr>
              <a:t>types.</a:t>
            </a:r>
            <a:endParaRPr sz="19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478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Values</a:t>
            </a:r>
            <a:r>
              <a:rPr dirty="0" spc="-45"/>
              <a:t> </a:t>
            </a:r>
            <a:r>
              <a:rPr dirty="0"/>
              <a:t>of</a:t>
            </a:r>
            <a:r>
              <a:rPr dirty="0" spc="-40"/>
              <a:t> </a:t>
            </a:r>
            <a:r>
              <a:rPr dirty="0"/>
              <a:t>Boolean</a:t>
            </a:r>
            <a:r>
              <a:rPr dirty="0" spc="-40"/>
              <a:t> </a:t>
            </a:r>
            <a:r>
              <a:rPr dirty="0"/>
              <a:t>(bool)</a:t>
            </a:r>
            <a:r>
              <a:rPr dirty="0" spc="-40"/>
              <a:t> </a:t>
            </a:r>
            <a:r>
              <a:rPr dirty="0"/>
              <a:t>Data</a:t>
            </a:r>
            <a:r>
              <a:rPr dirty="0" spc="-40"/>
              <a:t> </a:t>
            </a:r>
            <a:r>
              <a:rPr dirty="0" spc="-20"/>
              <a:t>Type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662375" y="1813598"/>
            <a:ext cx="10734675" cy="39509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900">
                <a:latin typeface="Verdana"/>
                <a:cs typeface="Verdana"/>
              </a:rPr>
              <a:t>The</a:t>
            </a:r>
            <a:r>
              <a:rPr dirty="0" sz="1900" spc="-45">
                <a:latin typeface="Verdana"/>
                <a:cs typeface="Verdana"/>
              </a:rPr>
              <a:t> </a:t>
            </a:r>
            <a:r>
              <a:rPr dirty="0" sz="1900">
                <a:latin typeface="Verdana"/>
                <a:cs typeface="Verdana"/>
              </a:rPr>
              <a:t>bool</a:t>
            </a:r>
            <a:r>
              <a:rPr dirty="0" sz="1900" spc="-45">
                <a:latin typeface="Verdana"/>
                <a:cs typeface="Verdana"/>
              </a:rPr>
              <a:t> </a:t>
            </a:r>
            <a:r>
              <a:rPr dirty="0" sz="1900">
                <a:latin typeface="Verdana"/>
                <a:cs typeface="Verdana"/>
              </a:rPr>
              <a:t>data</a:t>
            </a:r>
            <a:r>
              <a:rPr dirty="0" sz="1900" spc="-40">
                <a:latin typeface="Verdana"/>
                <a:cs typeface="Verdana"/>
              </a:rPr>
              <a:t> </a:t>
            </a:r>
            <a:r>
              <a:rPr dirty="0" sz="1900">
                <a:latin typeface="Verdana"/>
                <a:cs typeface="Verdana"/>
              </a:rPr>
              <a:t>types</a:t>
            </a:r>
            <a:r>
              <a:rPr dirty="0" sz="1900" spc="-45">
                <a:latin typeface="Verdana"/>
                <a:cs typeface="Verdana"/>
              </a:rPr>
              <a:t> </a:t>
            </a:r>
            <a:r>
              <a:rPr dirty="0" sz="1900">
                <a:latin typeface="Verdana"/>
                <a:cs typeface="Verdana"/>
              </a:rPr>
              <a:t>in</a:t>
            </a:r>
            <a:r>
              <a:rPr dirty="0" sz="1900" spc="-45">
                <a:latin typeface="Verdana"/>
                <a:cs typeface="Verdana"/>
              </a:rPr>
              <a:t> </a:t>
            </a:r>
            <a:r>
              <a:rPr dirty="0" sz="1900">
                <a:latin typeface="Verdana"/>
                <a:cs typeface="Verdana"/>
              </a:rPr>
              <a:t>C++</a:t>
            </a:r>
            <a:r>
              <a:rPr dirty="0" sz="1900" spc="-40">
                <a:latin typeface="Verdana"/>
                <a:cs typeface="Verdana"/>
              </a:rPr>
              <a:t> </a:t>
            </a:r>
            <a:r>
              <a:rPr dirty="0" sz="1900">
                <a:latin typeface="Verdana"/>
                <a:cs typeface="Verdana"/>
              </a:rPr>
              <a:t>can</a:t>
            </a:r>
            <a:r>
              <a:rPr dirty="0" sz="1900" spc="-45">
                <a:latin typeface="Verdana"/>
                <a:cs typeface="Verdana"/>
              </a:rPr>
              <a:t> </a:t>
            </a:r>
            <a:r>
              <a:rPr dirty="0" sz="1900">
                <a:latin typeface="Verdana"/>
                <a:cs typeface="Verdana"/>
              </a:rPr>
              <a:t>have</a:t>
            </a:r>
            <a:r>
              <a:rPr dirty="0" sz="1900" spc="-40">
                <a:latin typeface="Verdana"/>
                <a:cs typeface="Verdana"/>
              </a:rPr>
              <a:t> </a:t>
            </a:r>
            <a:r>
              <a:rPr dirty="0" sz="1900">
                <a:latin typeface="Verdana"/>
                <a:cs typeface="Verdana"/>
              </a:rPr>
              <a:t>one</a:t>
            </a:r>
            <a:r>
              <a:rPr dirty="0" sz="1900" spc="-45">
                <a:latin typeface="Verdana"/>
                <a:cs typeface="Verdana"/>
              </a:rPr>
              <a:t> </a:t>
            </a:r>
            <a:r>
              <a:rPr dirty="0" sz="1900">
                <a:latin typeface="Verdana"/>
                <a:cs typeface="Verdana"/>
              </a:rPr>
              <a:t>of</a:t>
            </a:r>
            <a:r>
              <a:rPr dirty="0" sz="1900" spc="-45">
                <a:latin typeface="Verdana"/>
                <a:cs typeface="Verdana"/>
              </a:rPr>
              <a:t> </a:t>
            </a:r>
            <a:r>
              <a:rPr dirty="0" sz="1900">
                <a:latin typeface="Verdana"/>
                <a:cs typeface="Verdana"/>
              </a:rPr>
              <a:t>two</a:t>
            </a:r>
            <a:r>
              <a:rPr dirty="0" sz="1900" spc="-40">
                <a:latin typeface="Verdana"/>
                <a:cs typeface="Verdana"/>
              </a:rPr>
              <a:t> </a:t>
            </a:r>
            <a:r>
              <a:rPr dirty="0" sz="1900">
                <a:latin typeface="Verdana"/>
                <a:cs typeface="Verdana"/>
              </a:rPr>
              <a:t>values,</a:t>
            </a:r>
            <a:r>
              <a:rPr dirty="0" sz="1900" spc="-45">
                <a:latin typeface="Verdana"/>
                <a:cs typeface="Verdana"/>
              </a:rPr>
              <a:t> </a:t>
            </a:r>
            <a:r>
              <a:rPr dirty="0" sz="1900">
                <a:latin typeface="Verdana"/>
                <a:cs typeface="Verdana"/>
              </a:rPr>
              <a:t>and</a:t>
            </a:r>
            <a:r>
              <a:rPr dirty="0" sz="1900" spc="-45">
                <a:latin typeface="Verdana"/>
                <a:cs typeface="Verdana"/>
              </a:rPr>
              <a:t> </a:t>
            </a:r>
            <a:r>
              <a:rPr dirty="0" sz="1900">
                <a:latin typeface="Verdana"/>
                <a:cs typeface="Verdana"/>
              </a:rPr>
              <a:t>these</a:t>
            </a:r>
            <a:r>
              <a:rPr dirty="0" sz="1900" spc="-40">
                <a:latin typeface="Verdana"/>
                <a:cs typeface="Verdana"/>
              </a:rPr>
              <a:t> </a:t>
            </a:r>
            <a:r>
              <a:rPr dirty="0" sz="1900">
                <a:latin typeface="Verdana"/>
                <a:cs typeface="Verdana"/>
              </a:rPr>
              <a:t>values</a:t>
            </a:r>
            <a:r>
              <a:rPr dirty="0" sz="1900" spc="-45">
                <a:latin typeface="Verdana"/>
                <a:cs typeface="Verdana"/>
              </a:rPr>
              <a:t> </a:t>
            </a:r>
            <a:r>
              <a:rPr dirty="0" sz="1900">
                <a:latin typeface="Verdana"/>
                <a:cs typeface="Verdana"/>
              </a:rPr>
              <a:t>are</a:t>
            </a:r>
            <a:r>
              <a:rPr dirty="0" sz="1900" spc="-40">
                <a:latin typeface="Verdana"/>
                <a:cs typeface="Verdana"/>
              </a:rPr>
              <a:t> </a:t>
            </a:r>
            <a:r>
              <a:rPr dirty="0" sz="1900">
                <a:latin typeface="Verdana"/>
                <a:cs typeface="Verdana"/>
              </a:rPr>
              <a:t>as</a:t>
            </a:r>
            <a:r>
              <a:rPr dirty="0" sz="1900" spc="-45">
                <a:latin typeface="Verdana"/>
                <a:cs typeface="Verdana"/>
              </a:rPr>
              <a:t> </a:t>
            </a:r>
            <a:r>
              <a:rPr dirty="0" sz="1900" spc="-10">
                <a:latin typeface="Verdana"/>
                <a:cs typeface="Verdana"/>
              </a:rPr>
              <a:t>follows</a:t>
            </a:r>
            <a:endParaRPr sz="1900">
              <a:latin typeface="Verdana"/>
              <a:cs typeface="Verdana"/>
            </a:endParaRPr>
          </a:p>
          <a:p>
            <a:pPr marL="469900">
              <a:lnSpc>
                <a:spcPct val="100000"/>
              </a:lnSpc>
              <a:spcBef>
                <a:spcPts val="1540"/>
              </a:spcBef>
            </a:pPr>
            <a:r>
              <a:rPr dirty="0" sz="1900" spc="-35">
                <a:latin typeface="Verdana"/>
                <a:cs typeface="Verdana"/>
              </a:rPr>
              <a:t>True</a:t>
            </a:r>
            <a:r>
              <a:rPr dirty="0" sz="1900" spc="-60">
                <a:latin typeface="Verdana"/>
                <a:cs typeface="Verdana"/>
              </a:rPr>
              <a:t> </a:t>
            </a:r>
            <a:r>
              <a:rPr dirty="0" sz="1900">
                <a:latin typeface="Verdana"/>
                <a:cs typeface="Verdana"/>
              </a:rPr>
              <a:t>or</a:t>
            </a:r>
            <a:r>
              <a:rPr dirty="0" sz="1900" spc="-55">
                <a:latin typeface="Verdana"/>
                <a:cs typeface="Verdana"/>
              </a:rPr>
              <a:t> </a:t>
            </a:r>
            <a:r>
              <a:rPr dirty="0" sz="1900" spc="-50">
                <a:latin typeface="Verdana"/>
                <a:cs typeface="Verdana"/>
              </a:rPr>
              <a:t>1</a:t>
            </a:r>
            <a:endParaRPr sz="1900">
              <a:latin typeface="Verdana"/>
              <a:cs typeface="Verdana"/>
            </a:endParaRPr>
          </a:p>
          <a:p>
            <a:pPr marL="469900">
              <a:lnSpc>
                <a:spcPct val="100000"/>
              </a:lnSpc>
              <a:spcBef>
                <a:spcPts val="345"/>
              </a:spcBef>
            </a:pPr>
            <a:r>
              <a:rPr dirty="0" sz="1900">
                <a:latin typeface="Verdana"/>
                <a:cs typeface="Verdana"/>
              </a:rPr>
              <a:t>False</a:t>
            </a:r>
            <a:r>
              <a:rPr dirty="0" sz="1900" spc="-85">
                <a:latin typeface="Verdana"/>
                <a:cs typeface="Verdana"/>
              </a:rPr>
              <a:t> </a:t>
            </a:r>
            <a:r>
              <a:rPr dirty="0" sz="1900">
                <a:latin typeface="Verdana"/>
                <a:cs typeface="Verdana"/>
              </a:rPr>
              <a:t>or</a:t>
            </a:r>
            <a:r>
              <a:rPr dirty="0" sz="1900" spc="-80">
                <a:latin typeface="Verdana"/>
                <a:cs typeface="Verdana"/>
              </a:rPr>
              <a:t> </a:t>
            </a:r>
            <a:r>
              <a:rPr dirty="0" sz="1900" spc="-50">
                <a:latin typeface="Verdana"/>
                <a:cs typeface="Verdana"/>
              </a:rPr>
              <a:t>0</a:t>
            </a:r>
            <a:endParaRPr sz="190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endParaRPr sz="19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350"/>
              </a:spcBef>
            </a:pPr>
            <a:endParaRPr sz="19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dirty="0" sz="1700" b="1">
                <a:latin typeface="Arial"/>
                <a:cs typeface="Arial"/>
              </a:rPr>
              <a:t>Creating</a:t>
            </a:r>
            <a:r>
              <a:rPr dirty="0" sz="1700" spc="-80" b="1">
                <a:latin typeface="Arial"/>
                <a:cs typeface="Arial"/>
              </a:rPr>
              <a:t> </a:t>
            </a:r>
            <a:r>
              <a:rPr dirty="0" sz="1700" b="1">
                <a:latin typeface="Arial"/>
                <a:cs typeface="Arial"/>
              </a:rPr>
              <a:t>a</a:t>
            </a:r>
            <a:r>
              <a:rPr dirty="0" sz="1700" spc="-75" b="1">
                <a:latin typeface="Arial"/>
                <a:cs typeface="Arial"/>
              </a:rPr>
              <a:t> </a:t>
            </a:r>
            <a:r>
              <a:rPr dirty="0" sz="1700" b="1">
                <a:latin typeface="Arial"/>
                <a:cs typeface="Arial"/>
              </a:rPr>
              <a:t>Boolean</a:t>
            </a:r>
            <a:r>
              <a:rPr dirty="0" sz="1700" spc="-75" b="1">
                <a:latin typeface="Arial"/>
                <a:cs typeface="Arial"/>
              </a:rPr>
              <a:t> </a:t>
            </a:r>
            <a:r>
              <a:rPr dirty="0" sz="1700" spc="-10" b="1">
                <a:latin typeface="Arial"/>
                <a:cs typeface="Arial"/>
              </a:rPr>
              <a:t>Variable</a:t>
            </a:r>
            <a:endParaRPr sz="17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60"/>
              </a:spcBef>
            </a:pPr>
            <a:r>
              <a:rPr dirty="0" sz="1700">
                <a:latin typeface="Trebuchet MS"/>
                <a:cs typeface="Trebuchet MS"/>
              </a:rPr>
              <a:t>We</a:t>
            </a:r>
            <a:r>
              <a:rPr dirty="0" sz="1700" spc="-40">
                <a:latin typeface="Trebuchet MS"/>
                <a:cs typeface="Trebuchet MS"/>
              </a:rPr>
              <a:t> </a:t>
            </a:r>
            <a:r>
              <a:rPr dirty="0" sz="1700">
                <a:latin typeface="Trebuchet MS"/>
                <a:cs typeface="Trebuchet MS"/>
              </a:rPr>
              <a:t>can</a:t>
            </a:r>
            <a:r>
              <a:rPr dirty="0" sz="1700" spc="-35">
                <a:latin typeface="Trebuchet MS"/>
                <a:cs typeface="Trebuchet MS"/>
              </a:rPr>
              <a:t> </a:t>
            </a:r>
            <a:r>
              <a:rPr dirty="0" sz="1700">
                <a:latin typeface="Trebuchet MS"/>
                <a:cs typeface="Trebuchet MS"/>
              </a:rPr>
              <a:t>declare</a:t>
            </a:r>
            <a:r>
              <a:rPr dirty="0" sz="1700" spc="-40">
                <a:latin typeface="Trebuchet MS"/>
                <a:cs typeface="Trebuchet MS"/>
              </a:rPr>
              <a:t> </a:t>
            </a:r>
            <a:r>
              <a:rPr dirty="0" sz="1700">
                <a:latin typeface="Trebuchet MS"/>
                <a:cs typeface="Trebuchet MS"/>
              </a:rPr>
              <a:t>a</a:t>
            </a:r>
            <a:r>
              <a:rPr dirty="0" sz="1700" spc="-35">
                <a:latin typeface="Trebuchet MS"/>
                <a:cs typeface="Trebuchet MS"/>
              </a:rPr>
              <a:t> </a:t>
            </a:r>
            <a:r>
              <a:rPr dirty="0" sz="1700">
                <a:latin typeface="Trebuchet MS"/>
                <a:cs typeface="Trebuchet MS"/>
              </a:rPr>
              <a:t>Boolean</a:t>
            </a:r>
            <a:r>
              <a:rPr dirty="0" sz="1700" spc="-40">
                <a:latin typeface="Trebuchet MS"/>
                <a:cs typeface="Trebuchet MS"/>
              </a:rPr>
              <a:t> </a:t>
            </a:r>
            <a:r>
              <a:rPr dirty="0" sz="1700">
                <a:latin typeface="Trebuchet MS"/>
                <a:cs typeface="Trebuchet MS"/>
              </a:rPr>
              <a:t>variable</a:t>
            </a:r>
            <a:r>
              <a:rPr dirty="0" sz="1700" spc="-35">
                <a:latin typeface="Trebuchet MS"/>
                <a:cs typeface="Trebuchet MS"/>
              </a:rPr>
              <a:t> </a:t>
            </a:r>
            <a:r>
              <a:rPr dirty="0" sz="1700">
                <a:latin typeface="Trebuchet MS"/>
                <a:cs typeface="Trebuchet MS"/>
              </a:rPr>
              <a:t>using</a:t>
            </a:r>
            <a:r>
              <a:rPr dirty="0" sz="1700" spc="-40">
                <a:latin typeface="Trebuchet MS"/>
                <a:cs typeface="Trebuchet MS"/>
              </a:rPr>
              <a:t> </a:t>
            </a:r>
            <a:r>
              <a:rPr dirty="0" sz="1700">
                <a:latin typeface="Trebuchet MS"/>
                <a:cs typeface="Trebuchet MS"/>
              </a:rPr>
              <a:t>the</a:t>
            </a:r>
            <a:r>
              <a:rPr dirty="0" sz="1700" spc="-35">
                <a:latin typeface="Trebuchet MS"/>
                <a:cs typeface="Trebuchet MS"/>
              </a:rPr>
              <a:t> </a:t>
            </a:r>
            <a:r>
              <a:rPr dirty="0" sz="1700">
                <a:latin typeface="Trebuchet MS"/>
                <a:cs typeface="Trebuchet MS"/>
              </a:rPr>
              <a:t>"bool"</a:t>
            </a:r>
            <a:r>
              <a:rPr dirty="0" sz="1700" spc="-40">
                <a:latin typeface="Trebuchet MS"/>
                <a:cs typeface="Trebuchet MS"/>
              </a:rPr>
              <a:t> </a:t>
            </a:r>
            <a:r>
              <a:rPr dirty="0" sz="1700">
                <a:latin typeface="Trebuchet MS"/>
                <a:cs typeface="Trebuchet MS"/>
              </a:rPr>
              <a:t>keyword</a:t>
            </a:r>
            <a:r>
              <a:rPr dirty="0" sz="1700" spc="-35">
                <a:latin typeface="Trebuchet MS"/>
                <a:cs typeface="Trebuchet MS"/>
              </a:rPr>
              <a:t> </a:t>
            </a:r>
            <a:r>
              <a:rPr dirty="0" sz="1700">
                <a:latin typeface="Trebuchet MS"/>
                <a:cs typeface="Trebuchet MS"/>
              </a:rPr>
              <a:t>followed</a:t>
            </a:r>
            <a:r>
              <a:rPr dirty="0" sz="1700" spc="-35">
                <a:latin typeface="Trebuchet MS"/>
                <a:cs typeface="Trebuchet MS"/>
              </a:rPr>
              <a:t> </a:t>
            </a:r>
            <a:r>
              <a:rPr dirty="0" sz="1700">
                <a:latin typeface="Trebuchet MS"/>
                <a:cs typeface="Trebuchet MS"/>
              </a:rPr>
              <a:t>by</a:t>
            </a:r>
            <a:r>
              <a:rPr dirty="0" sz="1700" spc="-40">
                <a:latin typeface="Trebuchet MS"/>
                <a:cs typeface="Trebuchet MS"/>
              </a:rPr>
              <a:t> </a:t>
            </a:r>
            <a:r>
              <a:rPr dirty="0" sz="1700">
                <a:latin typeface="Trebuchet MS"/>
                <a:cs typeface="Trebuchet MS"/>
              </a:rPr>
              <a:t>the</a:t>
            </a:r>
            <a:r>
              <a:rPr dirty="0" sz="1700" spc="-35">
                <a:latin typeface="Trebuchet MS"/>
                <a:cs typeface="Trebuchet MS"/>
              </a:rPr>
              <a:t> </a:t>
            </a:r>
            <a:r>
              <a:rPr dirty="0" sz="1700">
                <a:latin typeface="Trebuchet MS"/>
                <a:cs typeface="Trebuchet MS"/>
              </a:rPr>
              <a:t>variable</a:t>
            </a:r>
            <a:r>
              <a:rPr dirty="0" sz="1700" spc="-40">
                <a:latin typeface="Trebuchet MS"/>
                <a:cs typeface="Trebuchet MS"/>
              </a:rPr>
              <a:t> </a:t>
            </a:r>
            <a:r>
              <a:rPr dirty="0" sz="1700" spc="-10">
                <a:latin typeface="Trebuchet MS"/>
                <a:cs typeface="Trebuchet MS"/>
              </a:rPr>
              <a:t>name.</a:t>
            </a:r>
            <a:endParaRPr sz="17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705"/>
              </a:spcBef>
            </a:pPr>
            <a:r>
              <a:rPr dirty="0" sz="1800" spc="-10">
                <a:latin typeface="Trebuchet MS"/>
                <a:cs typeface="Trebuchet MS"/>
              </a:rPr>
              <a:t>Syntax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480"/>
              </a:spcBef>
            </a:pPr>
            <a:r>
              <a:rPr dirty="0" sz="1800">
                <a:latin typeface="Trebuchet MS"/>
                <a:cs typeface="Trebuchet MS"/>
              </a:rPr>
              <a:t>Use</a:t>
            </a:r>
            <a:r>
              <a:rPr dirty="0" sz="1800" spc="-4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the</a:t>
            </a:r>
            <a:r>
              <a:rPr dirty="0" sz="1800" spc="-4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following</a:t>
            </a:r>
            <a:r>
              <a:rPr dirty="0" sz="1800" spc="-4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syntax</a:t>
            </a:r>
            <a:r>
              <a:rPr dirty="0" sz="1800" spc="-4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to</a:t>
            </a:r>
            <a:r>
              <a:rPr dirty="0" sz="1800" spc="-4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create</a:t>
            </a:r>
            <a:r>
              <a:rPr dirty="0" sz="1800" spc="-4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a</a:t>
            </a:r>
            <a:r>
              <a:rPr dirty="0" sz="1800" spc="-4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Boolean</a:t>
            </a:r>
            <a:r>
              <a:rPr dirty="0" sz="1800" spc="-4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type</a:t>
            </a:r>
            <a:r>
              <a:rPr dirty="0" sz="1800" spc="-40">
                <a:latin typeface="Trebuchet MS"/>
                <a:cs typeface="Trebuchet MS"/>
              </a:rPr>
              <a:t> </a:t>
            </a:r>
            <a:r>
              <a:rPr dirty="0" sz="1800" spc="-10">
                <a:latin typeface="Trebuchet MS"/>
                <a:cs typeface="Trebuchet MS"/>
              </a:rPr>
              <a:t>variable</a:t>
            </a:r>
            <a:r>
              <a:rPr dirty="0" sz="1800" spc="-105">
                <a:latin typeface="Trebuchet MS"/>
                <a:cs typeface="Trebuchet MS"/>
              </a:rPr>
              <a:t> </a:t>
            </a:r>
            <a:r>
              <a:rPr dirty="0" sz="1200" spc="-50">
                <a:latin typeface="Verdana"/>
                <a:cs typeface="Verdana"/>
              </a:rPr>
              <a:t>−</a:t>
            </a:r>
            <a:endParaRPr sz="12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525"/>
              </a:spcBef>
            </a:pPr>
            <a:r>
              <a:rPr dirty="0" sz="1700">
                <a:latin typeface="Courier New"/>
                <a:cs typeface="Courier New"/>
              </a:rPr>
              <a:t>bool</a:t>
            </a:r>
            <a:r>
              <a:rPr dirty="0" sz="1700" spc="-95">
                <a:latin typeface="Courier New"/>
                <a:cs typeface="Courier New"/>
              </a:rPr>
              <a:t> </a:t>
            </a:r>
            <a:r>
              <a:rPr dirty="0" sz="1700">
                <a:latin typeface="Courier New"/>
                <a:cs typeface="Courier New"/>
              </a:rPr>
              <a:t>variable_name</a:t>
            </a:r>
            <a:r>
              <a:rPr dirty="0" sz="1700" spc="-90">
                <a:latin typeface="Courier New"/>
                <a:cs typeface="Courier New"/>
              </a:rPr>
              <a:t> </a:t>
            </a:r>
            <a:r>
              <a:rPr dirty="0" sz="1700">
                <a:latin typeface="Courier New"/>
                <a:cs typeface="Courier New"/>
              </a:rPr>
              <a:t>=</a:t>
            </a:r>
            <a:r>
              <a:rPr dirty="0" sz="1700" spc="-90">
                <a:latin typeface="Courier New"/>
                <a:cs typeface="Courier New"/>
              </a:rPr>
              <a:t> </a:t>
            </a:r>
            <a:r>
              <a:rPr dirty="0" sz="1700" spc="-10">
                <a:latin typeface="Courier New"/>
                <a:cs typeface="Courier New"/>
              </a:rPr>
              <a:t>[value];</a:t>
            </a:r>
            <a:endParaRPr sz="17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680249" y="1190154"/>
            <a:ext cx="842010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10">
                <a:latin typeface="Verdana"/>
                <a:cs typeface="Verdana"/>
              </a:rPr>
              <a:t>Example</a:t>
            </a:r>
            <a:endParaRPr sz="1500">
              <a:latin typeface="Verdana"/>
              <a:cs typeface="Verdan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80249" y="1582330"/>
            <a:ext cx="8946515" cy="2997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b="0">
                <a:latin typeface="Trebuchet MS"/>
                <a:cs typeface="Trebuchet MS"/>
              </a:rPr>
              <a:t>In</a:t>
            </a:r>
            <a:r>
              <a:rPr dirty="0" spc="-50" b="0">
                <a:latin typeface="Trebuchet MS"/>
                <a:cs typeface="Trebuchet MS"/>
              </a:rPr>
              <a:t> </a:t>
            </a:r>
            <a:r>
              <a:rPr dirty="0" b="0">
                <a:latin typeface="Trebuchet MS"/>
                <a:cs typeface="Trebuchet MS"/>
              </a:rPr>
              <a:t>the</a:t>
            </a:r>
            <a:r>
              <a:rPr dirty="0" spc="-45" b="0">
                <a:latin typeface="Trebuchet MS"/>
                <a:cs typeface="Trebuchet MS"/>
              </a:rPr>
              <a:t> </a:t>
            </a:r>
            <a:r>
              <a:rPr dirty="0" b="0">
                <a:latin typeface="Trebuchet MS"/>
                <a:cs typeface="Trebuchet MS"/>
              </a:rPr>
              <a:t>following</a:t>
            </a:r>
            <a:r>
              <a:rPr dirty="0" spc="-50" b="0">
                <a:latin typeface="Trebuchet MS"/>
                <a:cs typeface="Trebuchet MS"/>
              </a:rPr>
              <a:t> </a:t>
            </a:r>
            <a:r>
              <a:rPr dirty="0" b="0">
                <a:latin typeface="Trebuchet MS"/>
                <a:cs typeface="Trebuchet MS"/>
              </a:rPr>
              <a:t>examples,</a:t>
            </a:r>
            <a:r>
              <a:rPr dirty="0" spc="-45" b="0">
                <a:latin typeface="Trebuchet MS"/>
                <a:cs typeface="Trebuchet MS"/>
              </a:rPr>
              <a:t> </a:t>
            </a:r>
            <a:r>
              <a:rPr dirty="0" b="0">
                <a:latin typeface="Trebuchet MS"/>
                <a:cs typeface="Trebuchet MS"/>
              </a:rPr>
              <a:t>we</a:t>
            </a:r>
            <a:r>
              <a:rPr dirty="0" spc="-50" b="0">
                <a:latin typeface="Trebuchet MS"/>
                <a:cs typeface="Trebuchet MS"/>
              </a:rPr>
              <a:t> </a:t>
            </a:r>
            <a:r>
              <a:rPr dirty="0" b="0">
                <a:latin typeface="Trebuchet MS"/>
                <a:cs typeface="Trebuchet MS"/>
              </a:rPr>
              <a:t>are</a:t>
            </a:r>
            <a:r>
              <a:rPr dirty="0" spc="-45" b="0">
                <a:latin typeface="Trebuchet MS"/>
                <a:cs typeface="Trebuchet MS"/>
              </a:rPr>
              <a:t> </a:t>
            </a:r>
            <a:r>
              <a:rPr dirty="0" b="0">
                <a:latin typeface="Trebuchet MS"/>
                <a:cs typeface="Trebuchet MS"/>
              </a:rPr>
              <a:t>declaring</a:t>
            </a:r>
            <a:r>
              <a:rPr dirty="0" spc="-50" b="0">
                <a:latin typeface="Trebuchet MS"/>
                <a:cs typeface="Trebuchet MS"/>
              </a:rPr>
              <a:t> </a:t>
            </a:r>
            <a:r>
              <a:rPr dirty="0" b="0">
                <a:latin typeface="Trebuchet MS"/>
                <a:cs typeface="Trebuchet MS"/>
              </a:rPr>
              <a:t>a</a:t>
            </a:r>
            <a:r>
              <a:rPr dirty="0" spc="-45" b="0">
                <a:latin typeface="Trebuchet MS"/>
                <a:cs typeface="Trebuchet MS"/>
              </a:rPr>
              <a:t> </a:t>
            </a:r>
            <a:r>
              <a:rPr dirty="0" b="0">
                <a:latin typeface="Trebuchet MS"/>
                <a:cs typeface="Trebuchet MS"/>
              </a:rPr>
              <a:t>Boolean</a:t>
            </a:r>
            <a:r>
              <a:rPr dirty="0" spc="-50" b="0">
                <a:latin typeface="Trebuchet MS"/>
                <a:cs typeface="Trebuchet MS"/>
              </a:rPr>
              <a:t> </a:t>
            </a:r>
            <a:r>
              <a:rPr dirty="0" b="0">
                <a:latin typeface="Trebuchet MS"/>
                <a:cs typeface="Trebuchet MS"/>
              </a:rPr>
              <a:t>variable,</a:t>
            </a:r>
            <a:r>
              <a:rPr dirty="0" spc="-45" b="0">
                <a:latin typeface="Trebuchet MS"/>
                <a:cs typeface="Trebuchet MS"/>
              </a:rPr>
              <a:t> </a:t>
            </a:r>
            <a:r>
              <a:rPr dirty="0" b="0">
                <a:latin typeface="Trebuchet MS"/>
                <a:cs typeface="Trebuchet MS"/>
              </a:rPr>
              <a:t>assigning</a:t>
            </a:r>
            <a:r>
              <a:rPr dirty="0" spc="-50" b="0">
                <a:latin typeface="Trebuchet MS"/>
                <a:cs typeface="Trebuchet MS"/>
              </a:rPr>
              <a:t> </a:t>
            </a:r>
            <a:r>
              <a:rPr dirty="0" b="0">
                <a:latin typeface="Trebuchet MS"/>
                <a:cs typeface="Trebuchet MS"/>
              </a:rPr>
              <a:t>a</a:t>
            </a:r>
            <a:r>
              <a:rPr dirty="0" spc="-45" b="0">
                <a:latin typeface="Trebuchet MS"/>
                <a:cs typeface="Trebuchet MS"/>
              </a:rPr>
              <a:t> </a:t>
            </a:r>
            <a:r>
              <a:rPr dirty="0" b="0">
                <a:latin typeface="Trebuchet MS"/>
                <a:cs typeface="Trebuchet MS"/>
              </a:rPr>
              <a:t>value</a:t>
            </a:r>
            <a:r>
              <a:rPr dirty="0" spc="-50" b="0">
                <a:latin typeface="Trebuchet MS"/>
                <a:cs typeface="Trebuchet MS"/>
              </a:rPr>
              <a:t> </a:t>
            </a:r>
            <a:r>
              <a:rPr dirty="0" b="0">
                <a:latin typeface="Trebuchet MS"/>
                <a:cs typeface="Trebuchet MS"/>
              </a:rPr>
              <a:t>to</a:t>
            </a:r>
            <a:r>
              <a:rPr dirty="0" spc="-45" b="0">
                <a:latin typeface="Trebuchet MS"/>
                <a:cs typeface="Trebuchet MS"/>
              </a:rPr>
              <a:t> </a:t>
            </a:r>
            <a:r>
              <a:rPr dirty="0" spc="-25" b="0">
                <a:latin typeface="Trebuchet MS"/>
                <a:cs typeface="Trebuchet MS"/>
              </a:rPr>
              <a:t>it.</a:t>
            </a:r>
          </a:p>
        </p:txBody>
      </p:sp>
      <p:sp>
        <p:nvSpPr>
          <p:cNvPr id="4" name="object 4" descr=""/>
          <p:cNvSpPr txBox="1"/>
          <p:nvPr/>
        </p:nvSpPr>
        <p:spPr>
          <a:xfrm>
            <a:off x="680249" y="2361348"/>
            <a:ext cx="4346575" cy="683895"/>
          </a:xfrm>
          <a:prstGeom prst="rect">
            <a:avLst/>
          </a:prstGeom>
        </p:spPr>
        <p:txBody>
          <a:bodyPr wrap="square" lIns="0" tIns="52069" rIns="0" bIns="0" rtlCol="0" vert="horz">
            <a:spAutoFit/>
          </a:bodyPr>
          <a:lstStyle/>
          <a:p>
            <a:pPr marL="134620">
              <a:lnSpc>
                <a:spcPct val="100000"/>
              </a:lnSpc>
              <a:spcBef>
                <a:spcPts val="409"/>
              </a:spcBef>
            </a:pPr>
            <a:r>
              <a:rPr dirty="0" sz="1900">
                <a:latin typeface="Courier New"/>
                <a:cs typeface="Courier New"/>
              </a:rPr>
              <a:t>//</a:t>
            </a:r>
            <a:r>
              <a:rPr dirty="0" sz="1900" spc="-30">
                <a:latin typeface="Courier New"/>
                <a:cs typeface="Courier New"/>
              </a:rPr>
              <a:t> </a:t>
            </a:r>
            <a:r>
              <a:rPr dirty="0" sz="1900">
                <a:latin typeface="Courier New"/>
                <a:cs typeface="Courier New"/>
              </a:rPr>
              <a:t>C++</a:t>
            </a:r>
            <a:r>
              <a:rPr dirty="0" sz="1900" spc="-15">
                <a:latin typeface="Courier New"/>
                <a:cs typeface="Courier New"/>
              </a:rPr>
              <a:t> </a:t>
            </a:r>
            <a:r>
              <a:rPr dirty="0" sz="1900">
                <a:latin typeface="Courier New"/>
                <a:cs typeface="Courier New"/>
              </a:rPr>
              <a:t>program</a:t>
            </a:r>
            <a:r>
              <a:rPr dirty="0" sz="1900" spc="-20">
                <a:latin typeface="Courier New"/>
                <a:cs typeface="Courier New"/>
              </a:rPr>
              <a:t> </a:t>
            </a:r>
            <a:r>
              <a:rPr dirty="0" sz="1900">
                <a:latin typeface="Courier New"/>
                <a:cs typeface="Courier New"/>
              </a:rPr>
              <a:t>to</a:t>
            </a:r>
            <a:r>
              <a:rPr dirty="0" sz="1900" spc="-15">
                <a:latin typeface="Courier New"/>
                <a:cs typeface="Courier New"/>
              </a:rPr>
              <a:t> </a:t>
            </a:r>
            <a:r>
              <a:rPr dirty="0" sz="1900" spc="-10">
                <a:latin typeface="Courier New"/>
                <a:cs typeface="Courier New"/>
              </a:rPr>
              <a:t>demonstrate</a:t>
            </a:r>
            <a:endParaRPr sz="19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315"/>
              </a:spcBef>
            </a:pPr>
            <a:r>
              <a:rPr dirty="0" sz="1900">
                <a:latin typeface="Courier New"/>
                <a:cs typeface="Courier New"/>
              </a:rPr>
              <a:t>//</a:t>
            </a:r>
            <a:r>
              <a:rPr dirty="0" sz="1900" spc="-20">
                <a:latin typeface="Courier New"/>
                <a:cs typeface="Courier New"/>
              </a:rPr>
              <a:t> </a:t>
            </a:r>
            <a:r>
              <a:rPr dirty="0" sz="1900">
                <a:latin typeface="Courier New"/>
                <a:cs typeface="Courier New"/>
              </a:rPr>
              <a:t>bool</a:t>
            </a:r>
            <a:r>
              <a:rPr dirty="0" sz="1900" spc="-15">
                <a:latin typeface="Courier New"/>
                <a:cs typeface="Courier New"/>
              </a:rPr>
              <a:t> </a:t>
            </a:r>
            <a:r>
              <a:rPr dirty="0" sz="1900">
                <a:latin typeface="Courier New"/>
                <a:cs typeface="Courier New"/>
              </a:rPr>
              <a:t>data</a:t>
            </a:r>
            <a:r>
              <a:rPr dirty="0" sz="1900" spc="-15">
                <a:latin typeface="Courier New"/>
                <a:cs typeface="Courier New"/>
              </a:rPr>
              <a:t> </a:t>
            </a:r>
            <a:r>
              <a:rPr dirty="0" sz="1900" spc="-20">
                <a:latin typeface="Courier New"/>
                <a:cs typeface="Courier New"/>
              </a:rPr>
              <a:t>type</a:t>
            </a:r>
            <a:endParaRPr sz="1900">
              <a:latin typeface="Courier New"/>
              <a:cs typeface="Courier New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692949" y="3042068"/>
            <a:ext cx="2763520" cy="320675"/>
          </a:xfrm>
          <a:prstGeom prst="rect">
            <a:avLst/>
          </a:prstGeom>
          <a:solidFill>
            <a:srgbClr val="FFFFFF"/>
          </a:solidFill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2205"/>
              </a:lnSpc>
            </a:pPr>
            <a:r>
              <a:rPr dirty="0" sz="1900">
                <a:latin typeface="Courier New"/>
                <a:cs typeface="Courier New"/>
              </a:rPr>
              <a:t>#include</a:t>
            </a:r>
            <a:r>
              <a:rPr dirty="0" sz="1900" spc="-40">
                <a:latin typeface="Courier New"/>
                <a:cs typeface="Courier New"/>
              </a:rPr>
              <a:t> </a:t>
            </a:r>
            <a:r>
              <a:rPr dirty="0" sz="1900" spc="-10">
                <a:latin typeface="Courier New"/>
                <a:cs typeface="Courier New"/>
              </a:rPr>
              <a:t>&lt;iostream&gt;</a:t>
            </a:r>
            <a:endParaRPr sz="1900">
              <a:latin typeface="Courier New"/>
              <a:cs typeface="Courier New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692949" y="3362389"/>
            <a:ext cx="2908300" cy="259079"/>
          </a:xfrm>
          <a:prstGeom prst="rect">
            <a:avLst/>
          </a:prstGeom>
          <a:solidFill>
            <a:srgbClr val="FFFFFF"/>
          </a:solidFill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960"/>
              </a:lnSpc>
            </a:pPr>
            <a:r>
              <a:rPr dirty="0" sz="1900">
                <a:latin typeface="Courier New"/>
                <a:cs typeface="Courier New"/>
              </a:rPr>
              <a:t>using</a:t>
            </a:r>
            <a:r>
              <a:rPr dirty="0" sz="1900" spc="-35">
                <a:latin typeface="Courier New"/>
                <a:cs typeface="Courier New"/>
              </a:rPr>
              <a:t> </a:t>
            </a:r>
            <a:r>
              <a:rPr dirty="0" sz="1900">
                <a:latin typeface="Courier New"/>
                <a:cs typeface="Courier New"/>
              </a:rPr>
              <a:t>namespace</a:t>
            </a:r>
            <a:r>
              <a:rPr dirty="0" sz="1900" spc="-35">
                <a:latin typeface="Courier New"/>
                <a:cs typeface="Courier New"/>
              </a:rPr>
              <a:t> </a:t>
            </a:r>
            <a:r>
              <a:rPr dirty="0" sz="1900" spc="-20">
                <a:latin typeface="Courier New"/>
                <a:cs typeface="Courier New"/>
              </a:rPr>
              <a:t>std;</a:t>
            </a:r>
            <a:endParaRPr sz="1900">
              <a:latin typeface="Courier New"/>
              <a:cs typeface="Courier New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825030" y="3888396"/>
            <a:ext cx="1763395" cy="3149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900">
                <a:latin typeface="Courier New"/>
                <a:cs typeface="Courier New"/>
              </a:rPr>
              <a:t>int</a:t>
            </a:r>
            <a:r>
              <a:rPr dirty="0" sz="1900" spc="-25">
                <a:latin typeface="Courier New"/>
                <a:cs typeface="Courier New"/>
              </a:rPr>
              <a:t> </a:t>
            </a:r>
            <a:r>
              <a:rPr dirty="0" sz="1900">
                <a:latin typeface="Courier New"/>
                <a:cs typeface="Courier New"/>
              </a:rPr>
              <a:t>main()</a:t>
            </a:r>
            <a:r>
              <a:rPr dirty="0" sz="1900" spc="-20">
                <a:latin typeface="Courier New"/>
                <a:cs typeface="Courier New"/>
              </a:rPr>
              <a:t> </a:t>
            </a:r>
            <a:r>
              <a:rPr dirty="0" sz="1900" spc="-50">
                <a:latin typeface="Courier New"/>
                <a:cs typeface="Courier New"/>
              </a:rPr>
              <a:t>{</a:t>
            </a:r>
            <a:endParaRPr sz="1900">
              <a:latin typeface="Courier New"/>
              <a:cs typeface="Courier New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692949" y="4200308"/>
            <a:ext cx="1894839" cy="289560"/>
          </a:xfrm>
          <a:prstGeom prst="rect">
            <a:avLst/>
          </a:prstGeom>
          <a:solidFill>
            <a:srgbClr val="FFFFFF"/>
          </a:solidFill>
        </p:spPr>
        <p:txBody>
          <a:bodyPr wrap="square" lIns="0" tIns="0" rIns="0" bIns="0" rtlCol="0" vert="horz">
            <a:spAutoFit/>
          </a:bodyPr>
          <a:lstStyle/>
          <a:p>
            <a:pPr marL="434340">
              <a:lnSpc>
                <a:spcPts val="2205"/>
              </a:lnSpc>
            </a:pPr>
            <a:r>
              <a:rPr dirty="0" sz="1900">
                <a:latin typeface="Courier New"/>
                <a:cs typeface="Courier New"/>
              </a:rPr>
              <a:t>bool</a:t>
            </a:r>
            <a:r>
              <a:rPr dirty="0" sz="1900" spc="-20">
                <a:latin typeface="Courier New"/>
                <a:cs typeface="Courier New"/>
              </a:rPr>
              <a:t> </a:t>
            </a:r>
            <a:r>
              <a:rPr dirty="0" sz="1900" spc="-10">
                <a:latin typeface="Courier New"/>
                <a:cs typeface="Courier New"/>
              </a:rPr>
              <a:t>flag;</a:t>
            </a:r>
            <a:endParaRPr sz="1900">
              <a:latin typeface="Courier New"/>
              <a:cs typeface="Courier New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692949" y="4489868"/>
            <a:ext cx="3487420" cy="289560"/>
          </a:xfrm>
          <a:prstGeom prst="rect">
            <a:avLst/>
          </a:prstGeom>
          <a:solidFill>
            <a:srgbClr val="FFFFFF"/>
          </a:solidFill>
        </p:spPr>
        <p:txBody>
          <a:bodyPr wrap="square" lIns="0" tIns="0" rIns="0" bIns="0" rtlCol="0" vert="horz">
            <a:spAutoFit/>
          </a:bodyPr>
          <a:lstStyle/>
          <a:p>
            <a:pPr marL="434340">
              <a:lnSpc>
                <a:spcPts val="2205"/>
              </a:lnSpc>
            </a:pPr>
            <a:r>
              <a:rPr dirty="0" sz="1900">
                <a:latin typeface="Courier New"/>
                <a:cs typeface="Courier New"/>
              </a:rPr>
              <a:t>flag=1;//this</a:t>
            </a:r>
            <a:r>
              <a:rPr dirty="0" sz="1900" spc="-40">
                <a:latin typeface="Courier New"/>
                <a:cs typeface="Courier New"/>
              </a:rPr>
              <a:t> </a:t>
            </a:r>
            <a:r>
              <a:rPr dirty="0" sz="1900">
                <a:latin typeface="Courier New"/>
                <a:cs typeface="Courier New"/>
              </a:rPr>
              <a:t>is</a:t>
            </a:r>
            <a:r>
              <a:rPr dirty="0" sz="1900" spc="-35">
                <a:latin typeface="Courier New"/>
                <a:cs typeface="Courier New"/>
              </a:rPr>
              <a:t> </a:t>
            </a:r>
            <a:r>
              <a:rPr dirty="0" sz="1900" spc="-20">
                <a:latin typeface="Courier New"/>
                <a:cs typeface="Courier New"/>
              </a:rPr>
              <a:t>true</a:t>
            </a:r>
            <a:endParaRPr sz="1900">
              <a:latin typeface="Courier New"/>
              <a:cs typeface="Courier New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692949" y="4779428"/>
            <a:ext cx="2039620" cy="289560"/>
          </a:xfrm>
          <a:prstGeom prst="rect">
            <a:avLst/>
          </a:prstGeom>
          <a:solidFill>
            <a:srgbClr val="FFFFFF"/>
          </a:solidFill>
        </p:spPr>
        <p:txBody>
          <a:bodyPr wrap="square" lIns="0" tIns="0" rIns="0" bIns="0" rtlCol="0" vert="horz">
            <a:spAutoFit/>
          </a:bodyPr>
          <a:lstStyle/>
          <a:p>
            <a:pPr marL="434340">
              <a:lnSpc>
                <a:spcPts val="2205"/>
              </a:lnSpc>
            </a:pPr>
            <a:r>
              <a:rPr dirty="0" sz="1900" spc="-10">
                <a:latin typeface="Courier New"/>
                <a:cs typeface="Courier New"/>
              </a:rPr>
              <a:t>cout&lt;&lt;flag;</a:t>
            </a:r>
            <a:endParaRPr sz="1900">
              <a:latin typeface="Courier New"/>
              <a:cs typeface="Courier New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692949" y="5068988"/>
            <a:ext cx="1750060" cy="289560"/>
          </a:xfrm>
          <a:prstGeom prst="rect">
            <a:avLst/>
          </a:prstGeom>
          <a:solidFill>
            <a:srgbClr val="FFFFFF"/>
          </a:solidFill>
        </p:spPr>
        <p:txBody>
          <a:bodyPr wrap="square" lIns="0" tIns="0" rIns="0" bIns="0" rtlCol="0" vert="horz">
            <a:spAutoFit/>
          </a:bodyPr>
          <a:lstStyle/>
          <a:p>
            <a:pPr marL="434340">
              <a:lnSpc>
                <a:spcPts val="2205"/>
              </a:lnSpc>
            </a:pPr>
            <a:r>
              <a:rPr dirty="0" sz="1900">
                <a:latin typeface="Courier New"/>
                <a:cs typeface="Courier New"/>
              </a:rPr>
              <a:t>return</a:t>
            </a:r>
            <a:r>
              <a:rPr dirty="0" sz="1900" spc="-30">
                <a:latin typeface="Courier New"/>
                <a:cs typeface="Courier New"/>
              </a:rPr>
              <a:t> </a:t>
            </a:r>
            <a:r>
              <a:rPr dirty="0" sz="1900" spc="-25">
                <a:latin typeface="Courier New"/>
                <a:cs typeface="Courier New"/>
              </a:rPr>
              <a:t>0;</a:t>
            </a:r>
            <a:endParaRPr sz="1900">
              <a:latin typeface="Courier New"/>
              <a:cs typeface="Courier New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680249" y="5336196"/>
            <a:ext cx="170815" cy="3149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900" spc="-50">
                <a:latin typeface="Courier New"/>
                <a:cs typeface="Courier New"/>
              </a:rPr>
              <a:t>}</a:t>
            </a:r>
            <a:endParaRPr sz="19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192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Unit2 cpp </dc:title>
  <dcterms:created xsi:type="dcterms:W3CDTF">2025-02-05T04:13:44Z</dcterms:created>
  <dcterms:modified xsi:type="dcterms:W3CDTF">2025-02-05T04:13:44Z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2025-02-05T00:00:00Z</vt:filetime>
  </property>
  <property fmtid="{D5CDD505-2E9C-101B-9397-08002B2CF9AE}" pid="3" name="Creator">
    <vt:lpwstr>Google</vt:lpwstr>
  </property>
  <property fmtid="{D5CDD505-2E9C-101B-9397-08002B2CF9AE}" pid="4" name="LastSaved">
    <vt:filetime>2025-02-05T00:00:00Z</vt:filetime>
  </property>
</Properties>
</file>